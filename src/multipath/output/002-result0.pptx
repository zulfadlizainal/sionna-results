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4" r:id="rId6"/>
    <p:sldId id="27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4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D9D8-3465-B313-F1C0-AB54E835E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1AA1-8366-C3B9-1D32-963BFFC6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E8825-CF08-53B5-8ABC-448CF408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595AD-7D57-E7BC-E86E-5B501C61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CBF00-871B-3ADF-3BA0-F397F2DAB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31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C1C1-C52D-3265-1DB2-7B73739E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DA675-D0F7-FB7C-2265-FC4C7369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5819-6B3B-4FD2-4937-7C883E4F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4754B-A6C5-E66F-113D-7E8E770FD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10522-5DF2-F195-5472-E0ED235C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84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F90-6BAC-5C6C-08FE-6EE28931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01B7F-00B4-9366-76A5-3DDF5F96B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1F31C-588F-23CE-8880-20126A23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67E04-680E-212A-65A6-A16E6567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6BBEA-467D-EB22-7A62-70A1D7C0D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9198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B5C9-7E2E-DB54-4548-9C8DD679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7864-48E2-E9A7-C1E6-8661EAFD5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45C49-B1BB-8A9F-3954-87375A62F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BD7A-78B3-368B-C69C-11CE60F3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8B910-159A-AA2D-2667-1A9ED968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2EDAC-D6E9-52F3-85BE-387B05BB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5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ED89-8965-D6E1-C4AB-35820640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9140B-70F5-B500-0170-1D70D886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8B274-32BC-0AC2-3D8E-09C0AAE3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332EC-E91D-CDDC-1016-462E5570B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5F0A4-F868-8C96-D99D-55219141F9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7BC70-E978-2AFF-F154-87F9A5FE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D0DA0-F214-3F1A-8754-DD3404F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F7635-150B-C5A1-5BD2-06794A67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27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821-B2FC-F115-7C22-CC5750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AB277-2D62-02C1-9720-16BBF3A1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14F3E-E3B8-017B-81F8-929C0E0F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BD439-5085-4C11-EABE-17F3DD7D2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58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DEF2B-8D5A-AA3C-B1CA-1707C897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DDF59-4399-A31D-19F4-530025F9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BC01-0887-14FD-A244-5B9CEF1B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47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CE1C-566B-5243-DBCE-952436AE7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62479-DDAC-53CA-0555-F8DB2676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273E-F7FE-2AE0-2881-32E941FD4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247D-3BE9-5808-EB37-EA54B48B4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0273-A90C-9F62-DBB1-6B8ED1C9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B19B-C21C-8FAC-014B-A5E211DA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491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7C93-AA20-89E4-A740-8BEE73E7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A389C2-A85C-2F3D-8727-057AAE6D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0D3B-3108-07AD-59C3-AB171DB46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16E57-3EF0-7D4E-B5E3-AC5C1CEE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BCC79-A8D4-CC2B-65CC-4CBDAB18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966A-D024-8F8C-96D8-2C35449A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11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C972-0496-606D-2FD0-B5A636A4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7907-3BA1-895C-792D-DA834BEB2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EA24-8181-94A3-740E-F980628D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34297-3479-C457-44CF-2EAC1699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8DE9-3C06-7DF0-B6B0-CE9B49CB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318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413FC6-474B-BD3C-38FA-076EBB1F81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BB0C-96A0-6586-CD81-DCA45C581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E4B1-B6B8-D471-EBE8-126F6386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2E344-8AC2-9EB0-03D6-A5FD1CD65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1D30-D930-0F71-9578-26DB61AC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2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23821-682A-516A-6EC0-3DA3426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2A4C-90C6-4588-E4AF-DD52F1AF6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DBE94-38D4-B1EB-7DA5-D2F603411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BDE45-A43B-44ED-A8A4-A0BC352449A2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47D9-F80A-75FE-399F-2D349D365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1607-57C2-EF07-BD8B-E90B81CED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B1F0E-B266-4863-95EC-A88D6EF7EA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95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6E59-46D3-52CE-1762-12043A58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C7390F-5151-E4C5-B103-3CEF6679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62" y="2050922"/>
            <a:ext cx="4572000" cy="3694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E2B7FA-FD23-A564-3B59-85944D556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387" y="2050922"/>
            <a:ext cx="4572000" cy="369425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3188CBC-EF08-6D32-B61E-3426D7E785CA}"/>
              </a:ext>
            </a:extLst>
          </p:cNvPr>
          <p:cNvGrpSpPr/>
          <p:nvPr/>
        </p:nvGrpSpPr>
        <p:grpSpPr>
          <a:xfrm>
            <a:off x="1600283" y="2624222"/>
            <a:ext cx="3609891" cy="2453104"/>
            <a:chOff x="1600283" y="2624222"/>
            <a:chExt cx="3609891" cy="245310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2EC42C-2C01-CEDE-0962-4D969D9B3315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0F04B8-8A6C-9B79-D700-60138D15254F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EFAAA8-E629-5160-9166-36F83DC088CF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3087210-786A-B385-45E6-8B4C9B14F1B8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A428167-1C9F-D072-3B77-D973BF638CC4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DF0794-0F74-4374-8A8B-A34A1BCC9AFA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0E256CE-65A4-50F2-C00C-6D991B33BDD2}"/>
                </a:ext>
              </a:extLst>
            </p:cNvPr>
            <p:cNvSpPr txBox="1"/>
            <p:nvPr/>
          </p:nvSpPr>
          <p:spPr>
            <a:xfrm>
              <a:off x="1600283" y="347027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284045-4296-BCDE-EAFD-088B9B06F819}"/>
              </a:ext>
            </a:extLst>
          </p:cNvPr>
          <p:cNvGrpSpPr/>
          <p:nvPr/>
        </p:nvGrpSpPr>
        <p:grpSpPr>
          <a:xfrm>
            <a:off x="8501527" y="2624222"/>
            <a:ext cx="2356972" cy="2453104"/>
            <a:chOff x="2853202" y="2624222"/>
            <a:chExt cx="2356972" cy="24531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F9C8DD-25EA-4C80-2C5D-4D4C15F6BB39}"/>
                </a:ext>
              </a:extLst>
            </p:cNvPr>
            <p:cNvSpPr txBox="1"/>
            <p:nvPr/>
          </p:nvSpPr>
          <p:spPr>
            <a:xfrm>
              <a:off x="2853202" y="270116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C82D23F-1C66-DA69-FE9B-D9CE29AB8CE4}"/>
                </a:ext>
              </a:extLst>
            </p:cNvPr>
            <p:cNvSpPr txBox="1"/>
            <p:nvPr/>
          </p:nvSpPr>
          <p:spPr>
            <a:xfrm>
              <a:off x="2853202" y="4815716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AF1F6-AA0C-C80E-B20C-ACC231B41297}"/>
                </a:ext>
              </a:extLst>
            </p:cNvPr>
            <p:cNvSpPr txBox="1"/>
            <p:nvPr/>
          </p:nvSpPr>
          <p:spPr>
            <a:xfrm>
              <a:off x="3904881" y="2624222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Wall </a:t>
              </a:r>
            </a:p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(Concrete)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9CC5A59-F199-9F37-0E3F-106F18D27FED}"/>
                </a:ext>
              </a:extLst>
            </p:cNvPr>
            <p:cNvCxnSpPr>
              <a:cxnSpLocks/>
            </p:cNvCxnSpPr>
            <p:nvPr/>
          </p:nvCxnSpPr>
          <p:spPr>
            <a:xfrm>
              <a:off x="3228606" y="2879596"/>
              <a:ext cx="0" cy="1983745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F62280F-38B8-071F-A936-8CB74BF2934A}"/>
                </a:ext>
              </a:extLst>
            </p:cNvPr>
            <p:cNvSpPr/>
            <p:nvPr/>
          </p:nvSpPr>
          <p:spPr>
            <a:xfrm>
              <a:off x="3192622" y="2655446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5A6C597-94EC-0AF5-F304-401530E138DA}"/>
                </a:ext>
              </a:extLst>
            </p:cNvPr>
            <p:cNvSpPr/>
            <p:nvPr/>
          </p:nvSpPr>
          <p:spPr>
            <a:xfrm>
              <a:off x="3182886" y="4946521"/>
              <a:ext cx="91440" cy="914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2E439F6-BF68-630B-355F-F68FA40877D6}"/>
                </a:ext>
              </a:extLst>
            </p:cNvPr>
            <p:cNvSpPr txBox="1"/>
            <p:nvPr/>
          </p:nvSpPr>
          <p:spPr>
            <a:xfrm>
              <a:off x="3192411" y="4069659"/>
              <a:ext cx="1305293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Ground </a:t>
              </a:r>
            </a:p>
            <a:p>
              <a:pPr algn="ctr"/>
              <a:r>
                <a:rPr lang="en-US" altLang="ja-JP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(Very Dry)</a:t>
              </a:r>
              <a:endParaRPr lang="ja-JP" altLang="en-US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6B2B874-6A45-F117-6738-0EB0253E859E}"/>
              </a:ext>
            </a:extLst>
          </p:cNvPr>
          <p:cNvSpPr txBox="1"/>
          <p:nvPr/>
        </p:nvSpPr>
        <p:spPr>
          <a:xfrm>
            <a:off x="7504780" y="368797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(Concrete)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8E1C43-4B69-9DDD-8EDE-BD20C07FAD11}"/>
              </a:ext>
            </a:extLst>
          </p:cNvPr>
          <p:cNvSpPr txBox="1"/>
          <p:nvPr/>
        </p:nvSpPr>
        <p:spPr>
          <a:xfrm>
            <a:off x="9604774" y="347799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(Glass)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B85C78-5CA7-F877-436D-C0E57F16F1C6}"/>
              </a:ext>
            </a:extLst>
          </p:cNvPr>
          <p:cNvSpPr txBox="1"/>
          <p:nvPr/>
        </p:nvSpPr>
        <p:spPr>
          <a:xfrm>
            <a:off x="2359893" y="1992619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1B2DD4-30E8-F9EB-E402-0581B0D1A2FD}"/>
              </a:ext>
            </a:extLst>
          </p:cNvPr>
          <p:cNvSpPr txBox="1"/>
          <p:nvPr/>
        </p:nvSpPr>
        <p:spPr>
          <a:xfrm>
            <a:off x="7931624" y="1992619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85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72B8D-6F64-E85D-9A9A-44980AB2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8CFF83-34FD-0667-B620-B7313FE58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4240" y="2280552"/>
            <a:ext cx="4479644" cy="3234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98B093-8CC7-1C83-5DD3-8A3A8C1E5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2565" y="2280552"/>
            <a:ext cx="4479644" cy="323499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9BA8094-C097-0968-55F3-DDB69C2868E0}"/>
              </a:ext>
            </a:extLst>
          </p:cNvPr>
          <p:cNvGrpSpPr/>
          <p:nvPr/>
        </p:nvGrpSpPr>
        <p:grpSpPr>
          <a:xfrm>
            <a:off x="2684136" y="3804397"/>
            <a:ext cx="369520" cy="1084401"/>
            <a:chOff x="2857965" y="3990963"/>
            <a:chExt cx="369520" cy="108440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6332E7-E3A7-6777-8CFC-D3C7BF6C601F}"/>
                </a:ext>
              </a:extLst>
            </p:cNvPr>
            <p:cNvSpPr txBox="1"/>
            <p:nvPr/>
          </p:nvSpPr>
          <p:spPr>
            <a:xfrm>
              <a:off x="2857965" y="4813754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C38697-ACD5-071F-D604-8D914B4B0C54}"/>
                </a:ext>
              </a:extLst>
            </p:cNvPr>
            <p:cNvSpPr txBox="1"/>
            <p:nvPr/>
          </p:nvSpPr>
          <p:spPr>
            <a:xfrm>
              <a:off x="2871131" y="399096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3634F23-B635-BD87-7319-CB2AE0668C28}"/>
                </a:ext>
              </a:extLst>
            </p:cNvPr>
            <p:cNvCxnSpPr>
              <a:cxnSpLocks/>
            </p:cNvCxnSpPr>
            <p:nvPr/>
          </p:nvCxnSpPr>
          <p:spPr>
            <a:xfrm>
              <a:off x="3207542" y="4158491"/>
              <a:ext cx="0" cy="70485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36EB9E5-D91D-C028-7F00-4AD207FA3CA1}"/>
              </a:ext>
            </a:extLst>
          </p:cNvPr>
          <p:cNvSpPr txBox="1"/>
          <p:nvPr/>
        </p:nvSpPr>
        <p:spPr>
          <a:xfrm>
            <a:off x="9604774" y="3477996"/>
            <a:ext cx="13052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Obstacles </a:t>
            </a:r>
          </a:p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(Glass)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E4D284-6810-C78B-A7CA-92AD3D202615}"/>
              </a:ext>
            </a:extLst>
          </p:cNvPr>
          <p:cNvSpPr txBox="1"/>
          <p:nvPr/>
        </p:nvSpPr>
        <p:spPr>
          <a:xfrm>
            <a:off x="2359893" y="2836983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0FDE8D-08C5-FCDE-AFBA-D3F3D5CEDC83}"/>
              </a:ext>
            </a:extLst>
          </p:cNvPr>
          <p:cNvSpPr txBox="1"/>
          <p:nvPr/>
        </p:nvSpPr>
        <p:spPr>
          <a:xfrm>
            <a:off x="7931624" y="2836983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AC00EF-829A-A945-A852-43A3BEE7D4E2}"/>
              </a:ext>
            </a:extLst>
          </p:cNvPr>
          <p:cNvGrpSpPr/>
          <p:nvPr/>
        </p:nvGrpSpPr>
        <p:grpSpPr>
          <a:xfrm>
            <a:off x="8336431" y="3804970"/>
            <a:ext cx="369520" cy="1084401"/>
            <a:chOff x="2857965" y="3990963"/>
            <a:chExt cx="369520" cy="108440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B2EEB6-DE38-BCCE-1DE5-957F34BE6A9D}"/>
                </a:ext>
              </a:extLst>
            </p:cNvPr>
            <p:cNvSpPr txBox="1"/>
            <p:nvPr/>
          </p:nvSpPr>
          <p:spPr>
            <a:xfrm>
              <a:off x="2857965" y="4813754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1455F0-A5F3-F3A5-A71E-5B3E49115EAD}"/>
                </a:ext>
              </a:extLst>
            </p:cNvPr>
            <p:cNvSpPr txBox="1"/>
            <p:nvPr/>
          </p:nvSpPr>
          <p:spPr>
            <a:xfrm>
              <a:off x="2871131" y="399096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9822E46-13F5-2040-C877-50FF56869841}"/>
                </a:ext>
              </a:extLst>
            </p:cNvPr>
            <p:cNvCxnSpPr>
              <a:cxnSpLocks/>
            </p:cNvCxnSpPr>
            <p:nvPr/>
          </p:nvCxnSpPr>
          <p:spPr>
            <a:xfrm>
              <a:off x="3207542" y="4158491"/>
              <a:ext cx="0" cy="70485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655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CDE2-6CE0-A947-A58C-1235EE8E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EA806-3A21-4F73-C27B-A560D11B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371" y="2192216"/>
            <a:ext cx="4429381" cy="34116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8E135-1633-A2C1-7CFE-6BE68FFEE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7696" y="2192216"/>
            <a:ext cx="4429381" cy="341166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F5DFD51-BADD-7128-9D92-8E8DB3B8415A}"/>
              </a:ext>
            </a:extLst>
          </p:cNvPr>
          <p:cNvSpPr txBox="1"/>
          <p:nvPr/>
        </p:nvSpPr>
        <p:spPr>
          <a:xfrm>
            <a:off x="2893293" y="2678419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7334FC-367A-158C-D526-4088686A9605}"/>
              </a:ext>
            </a:extLst>
          </p:cNvPr>
          <p:cNvSpPr txBox="1"/>
          <p:nvPr/>
        </p:nvSpPr>
        <p:spPr>
          <a:xfrm>
            <a:off x="8465024" y="2678419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109F62-B377-F0A5-E5F2-2D42B6C25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137" y="2097831"/>
            <a:ext cx="1272650" cy="17298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50D358-F356-3502-FDDE-2D752BBDC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352" y="2097831"/>
            <a:ext cx="1272650" cy="172989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460660C-8969-D275-4218-CB82C45C3D72}"/>
              </a:ext>
            </a:extLst>
          </p:cNvPr>
          <p:cNvGrpSpPr/>
          <p:nvPr/>
        </p:nvGrpSpPr>
        <p:grpSpPr>
          <a:xfrm>
            <a:off x="2899289" y="3903009"/>
            <a:ext cx="392551" cy="1084401"/>
            <a:chOff x="2857965" y="3990963"/>
            <a:chExt cx="392551" cy="108440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07A5DA-8B2F-C9AB-E734-AF8089235EF1}"/>
                </a:ext>
              </a:extLst>
            </p:cNvPr>
            <p:cNvSpPr txBox="1"/>
            <p:nvPr/>
          </p:nvSpPr>
          <p:spPr>
            <a:xfrm>
              <a:off x="2857965" y="4813754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03721E-DFD8-543D-C47C-0C27FCDA332C}"/>
                </a:ext>
              </a:extLst>
            </p:cNvPr>
            <p:cNvSpPr txBox="1"/>
            <p:nvPr/>
          </p:nvSpPr>
          <p:spPr>
            <a:xfrm>
              <a:off x="2871131" y="399096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64BA414-C856-2985-7BBC-364273A78DA2}"/>
                </a:ext>
              </a:extLst>
            </p:cNvPr>
            <p:cNvCxnSpPr>
              <a:cxnSpLocks/>
            </p:cNvCxnSpPr>
            <p:nvPr/>
          </p:nvCxnSpPr>
          <p:spPr>
            <a:xfrm>
              <a:off x="3235276" y="4050354"/>
              <a:ext cx="15240" cy="96012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EFF44B0-A02E-C846-E774-DD6847F31A26}"/>
              </a:ext>
            </a:extLst>
          </p:cNvPr>
          <p:cNvGrpSpPr/>
          <p:nvPr/>
        </p:nvGrpSpPr>
        <p:grpSpPr>
          <a:xfrm>
            <a:off x="8551584" y="3903582"/>
            <a:ext cx="379056" cy="1084401"/>
            <a:chOff x="2857965" y="3990963"/>
            <a:chExt cx="379056" cy="108440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5325A5-0F61-5F60-9664-DC5E99165BB5}"/>
                </a:ext>
              </a:extLst>
            </p:cNvPr>
            <p:cNvSpPr txBox="1"/>
            <p:nvPr/>
          </p:nvSpPr>
          <p:spPr>
            <a:xfrm>
              <a:off x="2857965" y="4813754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Tx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C1106A-D165-F3BD-17B6-F810A42D0FAA}"/>
                </a:ext>
              </a:extLst>
            </p:cNvPr>
            <p:cNvSpPr txBox="1"/>
            <p:nvPr/>
          </p:nvSpPr>
          <p:spPr>
            <a:xfrm>
              <a:off x="2871131" y="3990963"/>
              <a:ext cx="35635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50" b="1" dirty="0">
                  <a:latin typeface="Arial" panose="020B0604020202020204" pitchFamily="34" charset="0"/>
                  <a:cs typeface="Arial" panose="020B0604020202020204" pitchFamily="34" charset="0"/>
                </a:rPr>
                <a:t>Rx</a:t>
              </a:r>
              <a:endParaRPr lang="ja-JP" altLang="en-US" sz="10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71E6F56-EA23-22DE-0ABF-393A6D19DAB5}"/>
                </a:ext>
              </a:extLst>
            </p:cNvPr>
            <p:cNvCxnSpPr>
              <a:cxnSpLocks/>
            </p:cNvCxnSpPr>
            <p:nvPr/>
          </p:nvCxnSpPr>
          <p:spPr>
            <a:xfrm>
              <a:off x="3221781" y="4026921"/>
              <a:ext cx="15240" cy="9906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0228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C5056-18CF-0474-0362-B76A142B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6552F4-572B-EEC0-8322-CDD058FA4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020" y="2050922"/>
            <a:ext cx="4378082" cy="36942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911AE8-0B94-3F28-155A-8351F0692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3345" y="2050922"/>
            <a:ext cx="4378082" cy="369425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AF335C7-8C4F-2866-B126-7A33C7580E05}"/>
              </a:ext>
            </a:extLst>
          </p:cNvPr>
          <p:cNvSpPr txBox="1"/>
          <p:nvPr/>
        </p:nvSpPr>
        <p:spPr>
          <a:xfrm>
            <a:off x="2359893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ACB2DE-A30C-2042-E814-5FBF90CF0E7F}"/>
              </a:ext>
            </a:extLst>
          </p:cNvPr>
          <p:cNvSpPr txBox="1"/>
          <p:nvPr/>
        </p:nvSpPr>
        <p:spPr>
          <a:xfrm>
            <a:off x="7931624" y="1563994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B9095-4324-BEC1-6108-FE606C295198}"/>
              </a:ext>
            </a:extLst>
          </p:cNvPr>
          <p:cNvSpPr txBox="1"/>
          <p:nvPr/>
        </p:nvSpPr>
        <p:spPr>
          <a:xfrm>
            <a:off x="1535207" y="5063361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ja-JP" altLang="en-US" sz="10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6AB417-585A-E556-0AB5-2D01CC5C583F}"/>
              </a:ext>
            </a:extLst>
          </p:cNvPr>
          <p:cNvSpPr txBox="1"/>
          <p:nvPr/>
        </p:nvSpPr>
        <p:spPr>
          <a:xfrm>
            <a:off x="4173763" y="2382273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endParaRPr lang="ja-JP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E94878-6BC0-27B4-03FC-463CDAA2BAC4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1899252" y="2668720"/>
            <a:ext cx="2243175" cy="23165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A95132F-7F9D-1D9E-3BEF-CBC232E100DE}"/>
              </a:ext>
            </a:extLst>
          </p:cNvPr>
          <p:cNvSpPr/>
          <p:nvPr/>
        </p:nvSpPr>
        <p:spPr>
          <a:xfrm>
            <a:off x="1821203" y="4971921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558E93-39FE-4325-68A7-5581083D3586}"/>
              </a:ext>
            </a:extLst>
          </p:cNvPr>
          <p:cNvSpPr/>
          <p:nvPr/>
        </p:nvSpPr>
        <p:spPr>
          <a:xfrm>
            <a:off x="4129036" y="2590671"/>
            <a:ext cx="91440" cy="9144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2AFD1-DA87-C43A-A67C-B7ED1F1709F0}"/>
              </a:ext>
            </a:extLst>
          </p:cNvPr>
          <p:cNvSpPr txBox="1"/>
          <p:nvPr/>
        </p:nvSpPr>
        <p:spPr>
          <a:xfrm>
            <a:off x="7182972" y="5054396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endParaRPr lang="ja-JP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D413DC-6A26-1666-CDAA-D2DE3E1C8776}"/>
              </a:ext>
            </a:extLst>
          </p:cNvPr>
          <p:cNvSpPr txBox="1"/>
          <p:nvPr/>
        </p:nvSpPr>
        <p:spPr>
          <a:xfrm>
            <a:off x="9821528" y="2373308"/>
            <a:ext cx="3563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endParaRPr lang="ja-JP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0FB0BD-D89E-0E67-2A95-59EA850872A2}"/>
              </a:ext>
            </a:extLst>
          </p:cNvPr>
          <p:cNvCxnSpPr>
            <a:cxnSpLocks/>
            <a:stCxn id="19" idx="7"/>
            <a:endCxn id="34" idx="3"/>
          </p:cNvCxnSpPr>
          <p:nvPr/>
        </p:nvCxnSpPr>
        <p:spPr>
          <a:xfrm flipV="1">
            <a:off x="7547017" y="2659755"/>
            <a:ext cx="2243175" cy="23165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6FAF67E-0F35-FB90-2382-D0D8C6308DC4}"/>
              </a:ext>
            </a:extLst>
          </p:cNvPr>
          <p:cNvSpPr/>
          <p:nvPr/>
        </p:nvSpPr>
        <p:spPr>
          <a:xfrm>
            <a:off x="7468968" y="4962956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E3F6B63-6949-86BD-1DB6-DC464820F365}"/>
              </a:ext>
            </a:extLst>
          </p:cNvPr>
          <p:cNvSpPr/>
          <p:nvPr/>
        </p:nvSpPr>
        <p:spPr>
          <a:xfrm>
            <a:off x="9776801" y="2581706"/>
            <a:ext cx="91440" cy="9144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36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361B-4CDF-5F4D-1C05-2052FC52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CE6E4-E1F0-94CB-FE10-620EB532A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757" y="2163207"/>
            <a:ext cx="5508396" cy="30066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B46D10-B615-AF1C-4CF3-7E7B67FF7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9848" y="2135566"/>
            <a:ext cx="5508395" cy="30619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26B53-3852-1D87-9EFA-40D044305A52}"/>
              </a:ext>
            </a:extLst>
          </p:cNvPr>
          <p:cNvSpPr txBox="1"/>
          <p:nvPr/>
        </p:nvSpPr>
        <p:spPr>
          <a:xfrm>
            <a:off x="2378746" y="1743103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32CFC-DB71-484D-2838-66616CA22A5E}"/>
              </a:ext>
            </a:extLst>
          </p:cNvPr>
          <p:cNvSpPr txBox="1"/>
          <p:nvPr/>
        </p:nvSpPr>
        <p:spPr>
          <a:xfrm>
            <a:off x="8525512" y="1743103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419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0E4B9-0E2D-55B6-F913-5D6FD37A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2DA323-C793-16B6-FDCE-87345818E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757" y="2306873"/>
            <a:ext cx="5508396" cy="27193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4B2B2D-21DA-3757-C1A1-80A33C69C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9848" y="2306874"/>
            <a:ext cx="5508395" cy="2719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E8B704-0815-8856-0870-C07664A40639}"/>
              </a:ext>
            </a:extLst>
          </p:cNvPr>
          <p:cNvSpPr txBox="1"/>
          <p:nvPr/>
        </p:nvSpPr>
        <p:spPr>
          <a:xfrm>
            <a:off x="2378746" y="1743103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Empty Room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F14C75-B28D-0920-3A2C-F1CC676DA7EE}"/>
              </a:ext>
            </a:extLst>
          </p:cNvPr>
          <p:cNvSpPr txBox="1"/>
          <p:nvPr/>
        </p:nvSpPr>
        <p:spPr>
          <a:xfrm>
            <a:off x="8525512" y="1743103"/>
            <a:ext cx="1756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600" dirty="0">
                <a:latin typeface="Arial" panose="020B0604020202020204" pitchFamily="34" charset="0"/>
                <a:cs typeface="Arial" panose="020B0604020202020204" pitchFamily="34" charset="0"/>
              </a:rPr>
              <a:t>Obstacles</a:t>
            </a:r>
            <a:endParaRPr lang="ja-JP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067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64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zzainal</dc:creator>
  <cp:lastModifiedBy>zzainal</cp:lastModifiedBy>
  <cp:revision>9</cp:revision>
  <dcterms:created xsi:type="dcterms:W3CDTF">2026-05-28T03:25:10Z</dcterms:created>
  <dcterms:modified xsi:type="dcterms:W3CDTF">2026-06-08T09:37:59Z</dcterms:modified>
</cp:coreProperties>
</file>