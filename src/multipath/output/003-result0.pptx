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79" r:id="rId3"/>
    <p:sldId id="280" r:id="rId4"/>
    <p:sldId id="278" r:id="rId5"/>
    <p:sldId id="277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ED9D8-3465-B313-F1C0-AB54E835E2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5F1AA1-8366-C3B9-1D32-963BFFC678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en-US" altLang="ja-JP"/>
              <a:t>Click to edit Master subtitle style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6E8825-CF08-53B5-8ABC-448CF4086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DE45-A43B-44ED-A8A4-A0BC352449A2}" type="datetimeFigureOut">
              <a:rPr kumimoji="1" lang="ja-JP" altLang="en-US" smtClean="0"/>
              <a:t>2026/6/9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1595AD-7D57-E7BC-E86E-5B501C616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0CBF00-871B-3ADF-3BA0-F397F2DAB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1F0E-B266-4863-95EC-A88D6EF7EA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29310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BC1C1-C52D-3265-1DB2-7B73739E0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EDA675-D0F7-FB7C-2265-FC4C73691E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B75819-6B3B-4FD2-4937-7C883E4FA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DE45-A43B-44ED-A8A4-A0BC352449A2}" type="datetimeFigureOut">
              <a:rPr kumimoji="1" lang="ja-JP" altLang="en-US" smtClean="0"/>
              <a:t>2026/6/9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74754B-A6C5-E66F-113D-7E8E770FD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B10522-5DF2-F195-5472-E0ED235C3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1F0E-B266-4863-95EC-A88D6EF7EA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0849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6CF90-6BAC-5C6C-08FE-6EE289318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201B7F-00B4-9366-76A5-3DDF5F96B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B1F31C-588F-23CE-8880-20126A23A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DE45-A43B-44ED-A8A4-A0BC352449A2}" type="datetimeFigureOut">
              <a:rPr kumimoji="1" lang="ja-JP" altLang="en-US" smtClean="0"/>
              <a:t>2026/6/9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D67E04-680E-212A-65A6-A16E6567E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36BBEA-467D-EB22-7A62-70A1D7C0D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1F0E-B266-4863-95EC-A88D6EF7EA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9198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7B5C9-7E2E-DB54-4548-9C8DD6796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2F7864-48E2-E9A7-C1E6-8661EAFD59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E45C49-B1BB-8A9F-3954-87375A62F4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49BD7A-78B3-368B-C69C-11CE60F39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DE45-A43B-44ED-A8A4-A0BC352449A2}" type="datetimeFigureOut">
              <a:rPr kumimoji="1" lang="ja-JP" altLang="en-US" smtClean="0"/>
              <a:t>2026/6/9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A8B910-159A-AA2D-2667-1A9ED9688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C2EDAC-D6E9-52F3-85BE-387B05BB9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1F0E-B266-4863-95EC-A88D6EF7EA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44538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5ED89-8965-D6E1-C4AB-358206401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E9140B-70F5-B500-0170-1D70D8868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18B274-32BC-0AC2-3D8E-09C0AAE341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5332EC-E91D-CDDC-1016-462E5570B1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95F0A4-F868-8C96-D99D-55219141F9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F7BC70-E978-2AFF-F154-87F9A5FE7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DE45-A43B-44ED-A8A4-A0BC352449A2}" type="datetimeFigureOut">
              <a:rPr kumimoji="1" lang="ja-JP" altLang="en-US" smtClean="0"/>
              <a:t>2026/6/9</a:t>
            </a:fld>
            <a:endParaRPr kumimoji="1" lang="ja-JP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7D0DA0-F214-3F1A-8754-DD3404F6A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0F7635-150B-C5A1-5BD2-06794A676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1F0E-B266-4863-95EC-A88D6EF7EA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35277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5D821-B2FC-F115-7C22-CC575025B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AAB277-2D62-02C1-9720-16BBF3A1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DE45-A43B-44ED-A8A4-A0BC352449A2}" type="datetimeFigureOut">
              <a:rPr kumimoji="1" lang="ja-JP" altLang="en-US" smtClean="0"/>
              <a:t>2026/6/9</a:t>
            </a:fld>
            <a:endParaRPr kumimoji="1" lang="ja-JP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614F3E-E3B8-017B-81F8-929C0E0F7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ABD439-5085-4C11-EABE-17F3DD7D2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1F0E-B266-4863-95EC-A88D6EF7EA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9587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0DEF2B-8D5A-AA3C-B1CA-1707C8978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DE45-A43B-44ED-A8A4-A0BC352449A2}" type="datetimeFigureOut">
              <a:rPr kumimoji="1" lang="ja-JP" altLang="en-US" smtClean="0"/>
              <a:t>2026/6/9</a:t>
            </a:fld>
            <a:endParaRPr kumimoji="1" lang="ja-JP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FDDF59-4399-A31D-19F4-530025F94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4BC01-0887-14FD-A244-5B9CEF1B0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1F0E-B266-4863-95EC-A88D6EF7EA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24711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ECE1C-566B-5243-DBCE-952436AE7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362479-DDAC-53CA-0555-F8DB26764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85273E-F7FE-2AE0-2881-32E941FD4A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F3247D-3BE9-5808-EB37-EA54B48B4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DE45-A43B-44ED-A8A4-A0BC352449A2}" type="datetimeFigureOut">
              <a:rPr kumimoji="1" lang="ja-JP" altLang="en-US" smtClean="0"/>
              <a:t>2026/6/9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E20273-A90C-9F62-DBB1-6B8ED1C96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BBB19B-C21C-8FAC-014B-A5E211DAA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1F0E-B266-4863-95EC-A88D6EF7EA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4913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67C93-AA20-89E4-A740-8BEE73E7F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A389C2-A85C-2F3D-8727-057AAE6D19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3D0D3B-3108-07AD-59C3-AB171DB466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216E57-3EF0-7D4E-B5E3-AC5C1CEE2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DE45-A43B-44ED-A8A4-A0BC352449A2}" type="datetimeFigureOut">
              <a:rPr kumimoji="1" lang="ja-JP" altLang="en-US" smtClean="0"/>
              <a:t>2026/6/9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6BCC79-A8D4-CC2B-65CC-4CBDAB184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FB966A-D024-8F8C-96D8-2C35449A6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1F0E-B266-4863-95EC-A88D6EF7EA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5118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1C972-0496-606D-2FD0-B5A636A48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517907-3BA1-895C-792D-DA834BEB28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00EA24-8181-94A3-740E-F980628DA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DE45-A43B-44ED-A8A4-A0BC352449A2}" type="datetimeFigureOut">
              <a:rPr kumimoji="1" lang="ja-JP" altLang="en-US" smtClean="0"/>
              <a:t>2026/6/9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934297-3479-C457-44CF-2EAC16992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9C8DE9-3C06-7DF0-B6B0-CE9B49CB6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1F0E-B266-4863-95EC-A88D6EF7EA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93188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413FC6-474B-BD3C-38FA-076EBB1F81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00BB0C-96A0-6586-CD81-DCA45C5813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EE4B1-B6B8-D471-EBE8-126F63862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DE45-A43B-44ED-A8A4-A0BC352449A2}" type="datetimeFigureOut">
              <a:rPr kumimoji="1" lang="ja-JP" altLang="en-US" smtClean="0"/>
              <a:t>2026/6/9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C2E344-8AC2-9EB0-03D6-A5FD1CD65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731D30-D930-0F71-9578-26DB61AC8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1F0E-B266-4863-95EC-A88D6EF7EA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5221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323821-682A-516A-6EC0-3DA3426F8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F32A4C-90C6-4588-E4AF-DD52F1AF6B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0DBE94-38D4-B1EB-7DA5-D2F6034111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5BDE45-A43B-44ED-A8A4-A0BC352449A2}" type="datetimeFigureOut">
              <a:rPr kumimoji="1" lang="ja-JP" altLang="en-US" smtClean="0"/>
              <a:t>2026/6/9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2A47D9-F80A-75FE-399F-2D349D3656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51607-57C2-EF07-BD8B-E90B81CED4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1B1F0E-B266-4863-95EC-A88D6EF7EA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52954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36E59-46D3-52CE-1762-12043A585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BE2B7FA-FD23-A564-3B59-85944D556A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5560" y="1716343"/>
            <a:ext cx="4572000" cy="3694253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24284045-4296-BCDE-EAFD-088B9B06F819}"/>
              </a:ext>
            </a:extLst>
          </p:cNvPr>
          <p:cNvGrpSpPr/>
          <p:nvPr/>
        </p:nvGrpSpPr>
        <p:grpSpPr>
          <a:xfrm>
            <a:off x="5430700" y="2289643"/>
            <a:ext cx="2356972" cy="2453104"/>
            <a:chOff x="2853202" y="2624222"/>
            <a:chExt cx="2356972" cy="2453104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9F9C8DD-25EA-4C80-2C5D-4D4C15F6BB39}"/>
                </a:ext>
              </a:extLst>
            </p:cNvPr>
            <p:cNvSpPr txBox="1"/>
            <p:nvPr/>
          </p:nvSpPr>
          <p:spPr>
            <a:xfrm>
              <a:off x="2853202" y="2701166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Tx</a:t>
              </a:r>
              <a:endParaRPr lang="ja-JP" altLang="en-US" sz="10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C82D23F-1C66-DA69-FE9B-D9CE29AB8CE4}"/>
                </a:ext>
              </a:extLst>
            </p:cNvPr>
            <p:cNvSpPr txBox="1"/>
            <p:nvPr/>
          </p:nvSpPr>
          <p:spPr>
            <a:xfrm>
              <a:off x="2853202" y="4815716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Rx</a:t>
              </a:r>
              <a:endParaRPr lang="ja-JP" altLang="en-US" sz="10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53AF1F6-AA0C-C80E-B20C-ACC231B41297}"/>
                </a:ext>
              </a:extLst>
            </p:cNvPr>
            <p:cNvSpPr txBox="1"/>
            <p:nvPr/>
          </p:nvSpPr>
          <p:spPr>
            <a:xfrm>
              <a:off x="3904881" y="2624222"/>
              <a:ext cx="1305293" cy="4154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Wall </a:t>
              </a:r>
            </a:p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(Concrete)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39CC5A59-F199-9F37-0E3F-106F18D27FED}"/>
                </a:ext>
              </a:extLst>
            </p:cNvPr>
            <p:cNvCxnSpPr>
              <a:cxnSpLocks/>
            </p:cNvCxnSpPr>
            <p:nvPr/>
          </p:nvCxnSpPr>
          <p:spPr>
            <a:xfrm>
              <a:off x="3228606" y="2879596"/>
              <a:ext cx="0" cy="1983745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CF62280F-38B8-071F-A936-8CB74BF2934A}"/>
                </a:ext>
              </a:extLst>
            </p:cNvPr>
            <p:cNvSpPr/>
            <p:nvPr/>
          </p:nvSpPr>
          <p:spPr>
            <a:xfrm>
              <a:off x="3192622" y="2655446"/>
              <a:ext cx="91440" cy="914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95A6C597-94EC-0AF5-F304-401530E138DA}"/>
                </a:ext>
              </a:extLst>
            </p:cNvPr>
            <p:cNvSpPr/>
            <p:nvPr/>
          </p:nvSpPr>
          <p:spPr>
            <a:xfrm>
              <a:off x="3182886" y="4946521"/>
              <a:ext cx="91440" cy="91440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92E439F6-BF68-630B-355F-F68FA40877D6}"/>
                </a:ext>
              </a:extLst>
            </p:cNvPr>
            <p:cNvSpPr txBox="1"/>
            <p:nvPr/>
          </p:nvSpPr>
          <p:spPr>
            <a:xfrm>
              <a:off x="3192411" y="4069659"/>
              <a:ext cx="1305293" cy="4154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Ground </a:t>
              </a:r>
            </a:p>
            <a:p>
              <a:pPr algn="ctr"/>
              <a:r>
                <a:rPr lang="en-US" altLang="ja-JP" sz="105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(Very Dry)</a:t>
              </a:r>
              <a:endParaRPr lang="ja-JP" altLang="en-US" sz="10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76B2B874-6A45-F117-6738-0EB0253E859E}"/>
              </a:ext>
            </a:extLst>
          </p:cNvPr>
          <p:cNvSpPr txBox="1"/>
          <p:nvPr/>
        </p:nvSpPr>
        <p:spPr>
          <a:xfrm>
            <a:off x="4433953" y="3353397"/>
            <a:ext cx="1305293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Obstacles </a:t>
            </a:r>
          </a:p>
          <a:p>
            <a:pPr algn="ctr"/>
            <a:r>
              <a:rPr lang="en-US" altLang="ja-JP" sz="10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(Concrete)</a:t>
            </a:r>
            <a:endParaRPr lang="ja-JP" altLang="en-US" sz="105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98E1C43-4B69-9DDD-8EDE-BD20C07FAD11}"/>
              </a:ext>
            </a:extLst>
          </p:cNvPr>
          <p:cNvSpPr txBox="1"/>
          <p:nvPr/>
        </p:nvSpPr>
        <p:spPr>
          <a:xfrm>
            <a:off x="6533947" y="3143417"/>
            <a:ext cx="1305293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Obstacles </a:t>
            </a:r>
          </a:p>
          <a:p>
            <a:pPr algn="ctr"/>
            <a:r>
              <a:rPr lang="en-US" altLang="ja-JP" sz="10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(Glass)</a:t>
            </a:r>
            <a:endParaRPr lang="ja-JP" altLang="en-US" sz="105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98519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F1AF7-4F73-2E20-0E59-251A9228B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A46F6F-B577-F665-DD0A-59F1323CFE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189" y="2119172"/>
            <a:ext cx="2918577" cy="253086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1A678C2-A282-8485-6741-9728B8D9DB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85201" y="2115919"/>
            <a:ext cx="2926080" cy="25373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BE754DD-BAA7-4AFA-3F50-220B4B3839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39716" y="2115919"/>
            <a:ext cx="2926080" cy="25373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BECC723-7B1D-9328-8FC3-CA5BD683DC3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94202" y="2115919"/>
            <a:ext cx="2926080" cy="253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3402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3FBD7-1273-10D7-C56C-5BD9F92E5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BA92AA-E749-6750-FF2B-8252D781BB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43435" y="1807714"/>
            <a:ext cx="3690674" cy="26652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FE8D9AA-FCEB-8681-DFE3-FEE6E6F9FE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76390" y="1807714"/>
            <a:ext cx="3690674" cy="266523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F9359C6-5074-3FF1-0B30-E5492A4CEA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38066" y="1807714"/>
            <a:ext cx="3690674" cy="266523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DC20DD4-B824-5941-414F-8C272BB1A45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57891" y="1807714"/>
            <a:ext cx="3690674" cy="266523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B12D504-093F-4D1C-43B8-ACCEB2560FBB}"/>
              </a:ext>
            </a:extLst>
          </p:cNvPr>
          <p:cNvSpPr txBox="1"/>
          <p:nvPr/>
        </p:nvSpPr>
        <p:spPr>
          <a:xfrm>
            <a:off x="529106" y="2531997"/>
            <a:ext cx="203267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800" dirty="0">
                <a:latin typeface="Arial" panose="020B0604020202020204" pitchFamily="34" charset="0"/>
                <a:cs typeface="Arial" panose="020B0604020202020204" pitchFamily="34" charset="0"/>
              </a:rPr>
              <a:t>Max Depth (Max Interactions/Ray): 3</a:t>
            </a:r>
            <a:endParaRPr lang="ja-JP" alt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730D0C-3E8A-7A2F-DFB3-8CE373B526A9}"/>
              </a:ext>
            </a:extLst>
          </p:cNvPr>
          <p:cNvSpPr txBox="1"/>
          <p:nvPr/>
        </p:nvSpPr>
        <p:spPr>
          <a:xfrm>
            <a:off x="3318047" y="2531997"/>
            <a:ext cx="203267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800" dirty="0">
                <a:latin typeface="Arial" panose="020B0604020202020204" pitchFamily="34" charset="0"/>
                <a:cs typeface="Arial" panose="020B0604020202020204" pitchFamily="34" charset="0"/>
              </a:rPr>
              <a:t>Max Depth (Max Interactions/Ray): 4</a:t>
            </a:r>
            <a:endParaRPr lang="ja-JP" alt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04397B-ABF7-B236-D2BA-2D7A9F974D02}"/>
              </a:ext>
            </a:extLst>
          </p:cNvPr>
          <p:cNvSpPr txBox="1"/>
          <p:nvPr/>
        </p:nvSpPr>
        <p:spPr>
          <a:xfrm>
            <a:off x="6164297" y="2531997"/>
            <a:ext cx="203267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800" dirty="0">
                <a:latin typeface="Arial" panose="020B0604020202020204" pitchFamily="34" charset="0"/>
                <a:cs typeface="Arial" panose="020B0604020202020204" pitchFamily="34" charset="0"/>
              </a:rPr>
              <a:t>Max Depth (Max Interactions/Ray): 5</a:t>
            </a:r>
            <a:endParaRPr lang="ja-JP" alt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E01D91-8D33-6ED0-8105-19DBCE7A1E91}"/>
              </a:ext>
            </a:extLst>
          </p:cNvPr>
          <p:cNvSpPr txBox="1"/>
          <p:nvPr/>
        </p:nvSpPr>
        <p:spPr>
          <a:xfrm>
            <a:off x="9000565" y="2531997"/>
            <a:ext cx="203267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800" dirty="0">
                <a:latin typeface="Arial" panose="020B0604020202020204" pitchFamily="34" charset="0"/>
                <a:cs typeface="Arial" panose="020B0604020202020204" pitchFamily="34" charset="0"/>
              </a:rPr>
              <a:t>Max Depth (Max Interactions/Ray): 6</a:t>
            </a:r>
            <a:endParaRPr lang="ja-JP" alt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10650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40C36-90EC-0A8D-DD2E-59C4F5873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43DBD15-F377-121F-243A-1B408C1F2701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15024" y="1638307"/>
            <a:ext cx="3690674" cy="284268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8D64C21-A8FF-8D72-552F-238643D69ED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304801" y="1638307"/>
            <a:ext cx="3690674" cy="284268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F624ECC-3FC6-F9DD-5C2E-9E891F9977F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76700" y="1638307"/>
            <a:ext cx="3690674" cy="284268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5E8C4FD-FAFC-53C5-1EAF-DBED6CBB6543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96525" y="1638307"/>
            <a:ext cx="3690674" cy="284268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1FBC48C-36BF-97EB-05A3-378314BCB1D6}"/>
              </a:ext>
            </a:extLst>
          </p:cNvPr>
          <p:cNvSpPr txBox="1"/>
          <p:nvPr/>
        </p:nvSpPr>
        <p:spPr>
          <a:xfrm>
            <a:off x="542126" y="2531997"/>
            <a:ext cx="203267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800" dirty="0">
                <a:latin typeface="Arial" panose="020B0604020202020204" pitchFamily="34" charset="0"/>
                <a:cs typeface="Arial" panose="020B0604020202020204" pitchFamily="34" charset="0"/>
              </a:rPr>
              <a:t>Max Depth (Max Interactions/Ray): 3</a:t>
            </a:r>
            <a:endParaRPr lang="ja-JP" alt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3D1519-7A7B-89D7-0F9F-AC29EB17FFE6}"/>
              </a:ext>
            </a:extLst>
          </p:cNvPr>
          <p:cNvSpPr txBox="1"/>
          <p:nvPr/>
        </p:nvSpPr>
        <p:spPr>
          <a:xfrm>
            <a:off x="3344022" y="2531997"/>
            <a:ext cx="203267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800" dirty="0">
                <a:latin typeface="Arial" panose="020B0604020202020204" pitchFamily="34" charset="0"/>
                <a:cs typeface="Arial" panose="020B0604020202020204" pitchFamily="34" charset="0"/>
              </a:rPr>
              <a:t>Max Depth (Max Interactions/Ray): 4</a:t>
            </a:r>
            <a:endParaRPr lang="ja-JP" alt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CFF2EA-7003-3838-5B75-80F9DD196505}"/>
              </a:ext>
            </a:extLst>
          </p:cNvPr>
          <p:cNvSpPr txBox="1"/>
          <p:nvPr/>
        </p:nvSpPr>
        <p:spPr>
          <a:xfrm>
            <a:off x="6205698" y="2531997"/>
            <a:ext cx="203267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800" dirty="0">
                <a:latin typeface="Arial" panose="020B0604020202020204" pitchFamily="34" charset="0"/>
                <a:cs typeface="Arial" panose="020B0604020202020204" pitchFamily="34" charset="0"/>
              </a:rPr>
              <a:t>Max Depth (Max Interactions/Ray): 5</a:t>
            </a:r>
            <a:endParaRPr lang="ja-JP" alt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6E0595-8CAA-B7C4-8414-81E2C24F0906}"/>
              </a:ext>
            </a:extLst>
          </p:cNvPr>
          <p:cNvSpPr txBox="1"/>
          <p:nvPr/>
        </p:nvSpPr>
        <p:spPr>
          <a:xfrm>
            <a:off x="9025523" y="2531997"/>
            <a:ext cx="203267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800" dirty="0">
                <a:latin typeface="Arial" panose="020B0604020202020204" pitchFamily="34" charset="0"/>
                <a:cs typeface="Arial" panose="020B0604020202020204" pitchFamily="34" charset="0"/>
              </a:rPr>
              <a:t>Max Depth (Max Interactions/Ray): 6</a:t>
            </a:r>
            <a:endParaRPr lang="ja-JP" alt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0BE33C9-C066-9F39-73A2-658B27EDAB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88395" y="4018829"/>
            <a:ext cx="997478" cy="13558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4E588BC-1202-AF4B-01FE-9CABBEC99D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92460" y="4018829"/>
            <a:ext cx="997478" cy="135585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B06556B-B77A-9C87-C886-F60204F8B4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8596" y="4018829"/>
            <a:ext cx="997478" cy="135585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BDA9E86-09AA-218E-E282-5CCDD8587E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3961" y="4018079"/>
            <a:ext cx="997478" cy="1355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1230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FFF78-4D9C-1A78-12FE-2B3186C50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A33D1B-3D1A-5501-D2D8-09AF4F63D0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189" y="1921567"/>
            <a:ext cx="2918577" cy="29260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1189DE8-3E96-A1FD-1093-8D978B4D2B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85201" y="1921567"/>
            <a:ext cx="2926080" cy="29260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E094FD0-0B5C-15CB-18AF-340BBCCED2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39716" y="1921567"/>
            <a:ext cx="2926080" cy="292608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27226D0-21CA-0A29-9382-A23ED9A560E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94202" y="1921567"/>
            <a:ext cx="2926080" cy="2926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8174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</TotalTime>
  <Words>91</Words>
  <Application>Microsoft Office PowerPoint</Application>
  <PresentationFormat>Widescreen</PresentationFormat>
  <Paragraphs>18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游ゴシック</vt:lpstr>
      <vt:lpstr>游ゴシック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zzainal</dc:creator>
  <cp:lastModifiedBy>zzainal</cp:lastModifiedBy>
  <cp:revision>11</cp:revision>
  <dcterms:created xsi:type="dcterms:W3CDTF">2026-05-28T03:25:10Z</dcterms:created>
  <dcterms:modified xsi:type="dcterms:W3CDTF">2026-06-09T06:22:17Z</dcterms:modified>
</cp:coreProperties>
</file>