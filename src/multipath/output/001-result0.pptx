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6E59-46D3-52CE-1762-12043A58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C7390F-5151-E4C5-B103-3CEF6679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62" y="2050922"/>
            <a:ext cx="4572000" cy="3694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E2B7FA-FD23-A564-3B59-85944D556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387" y="2050922"/>
            <a:ext cx="4572000" cy="369425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3188CBC-EF08-6D32-B61E-3426D7E785CA}"/>
              </a:ext>
            </a:extLst>
          </p:cNvPr>
          <p:cNvGrpSpPr/>
          <p:nvPr/>
        </p:nvGrpSpPr>
        <p:grpSpPr>
          <a:xfrm>
            <a:off x="1600283" y="2624222"/>
            <a:ext cx="3609891" cy="2453104"/>
            <a:chOff x="1600283" y="2624222"/>
            <a:chExt cx="3609891" cy="245310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2EC42C-2C01-CEDE-0962-4D969D9B3315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0F04B8-8A6C-9B79-D700-60138D15254F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EFAAA8-E629-5160-9166-36F83DC088CF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3087210-786A-B385-45E6-8B4C9B14F1B8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A428167-1C9F-D072-3B77-D973BF638CC4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DF0794-0F74-4374-8A8B-A34A1BCC9AFA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E256CE-65A4-50F2-C00C-6D991B33BDD2}"/>
                </a:ext>
              </a:extLst>
            </p:cNvPr>
            <p:cNvSpPr txBox="1"/>
            <p:nvPr/>
          </p:nvSpPr>
          <p:spPr>
            <a:xfrm>
              <a:off x="1600283" y="347027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284045-4296-BCDE-EAFD-088B9B06F819}"/>
              </a:ext>
            </a:extLst>
          </p:cNvPr>
          <p:cNvGrpSpPr/>
          <p:nvPr/>
        </p:nvGrpSpPr>
        <p:grpSpPr>
          <a:xfrm>
            <a:off x="8501527" y="2624222"/>
            <a:ext cx="2356972" cy="2453104"/>
            <a:chOff x="2853202" y="2624222"/>
            <a:chExt cx="2356972" cy="24531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F9C8DD-25EA-4C80-2C5D-4D4C15F6BB39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C82D23F-1C66-DA69-FE9B-D9CE29AB8CE4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AF1F6-AA0C-C80E-B20C-ACC231B41297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9CC5A59-F199-9F37-0E3F-106F18D27FED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F62280F-38B8-071F-A936-8CB74BF2934A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5A6C597-94EC-0AF5-F304-401530E138DA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2E439F6-BF68-630B-355F-F68FA40877D6}"/>
                </a:ext>
              </a:extLst>
            </p:cNvPr>
            <p:cNvSpPr txBox="1"/>
            <p:nvPr/>
          </p:nvSpPr>
          <p:spPr>
            <a:xfrm>
              <a:off x="3192411" y="4069659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6B2B874-6A45-F117-6738-0EB0253E859E}"/>
              </a:ext>
            </a:extLst>
          </p:cNvPr>
          <p:cNvSpPr txBox="1"/>
          <p:nvPr/>
        </p:nvSpPr>
        <p:spPr>
          <a:xfrm>
            <a:off x="7504780" y="368797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(Concrete)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8E1C43-4B69-9DDD-8EDE-BD20C07FAD11}"/>
              </a:ext>
            </a:extLst>
          </p:cNvPr>
          <p:cNvSpPr txBox="1"/>
          <p:nvPr/>
        </p:nvSpPr>
        <p:spPr>
          <a:xfrm>
            <a:off x="9604774" y="347799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(Glass)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B85C78-5CA7-F877-436D-C0E57F16F1C6}"/>
              </a:ext>
            </a:extLst>
          </p:cNvPr>
          <p:cNvSpPr txBox="1"/>
          <p:nvPr/>
        </p:nvSpPr>
        <p:spPr>
          <a:xfrm>
            <a:off x="2359893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1B2DD4-30E8-F9EB-E402-0581B0D1A2FD}"/>
              </a:ext>
            </a:extLst>
          </p:cNvPr>
          <p:cNvSpPr txBox="1"/>
          <p:nvPr/>
        </p:nvSpPr>
        <p:spPr>
          <a:xfrm>
            <a:off x="7931624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85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72B8D-6F64-E85D-9A9A-44980AB2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8CFF83-34FD-0667-B620-B7313FE58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4240" y="2050922"/>
            <a:ext cx="4479644" cy="3694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98B093-8CC7-1C83-5DD3-8A3A8C1E5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2565" y="2050922"/>
            <a:ext cx="4479644" cy="369425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9BA8094-C097-0968-55F3-DDB69C2868E0}"/>
              </a:ext>
            </a:extLst>
          </p:cNvPr>
          <p:cNvGrpSpPr/>
          <p:nvPr/>
        </p:nvGrpSpPr>
        <p:grpSpPr>
          <a:xfrm>
            <a:off x="1600283" y="2624222"/>
            <a:ext cx="3609891" cy="2453104"/>
            <a:chOff x="1600283" y="2624222"/>
            <a:chExt cx="3609891" cy="245310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6332E7-E3A7-6777-8CFC-D3C7BF6C601F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C38697-ACD5-071F-D604-8D914B4B0C54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AA6465-3E77-47C6-C849-11FC2B4A873E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3634F23-B635-BD87-7319-CB2AE0668C28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CED4B4E-5181-80C7-0BC0-5D198DBC2C7A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C6ECF8E-729B-E26E-9624-EBCBA701B87C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2F03D61-504A-96D4-0E5C-E935127F9847}"/>
                </a:ext>
              </a:extLst>
            </p:cNvPr>
            <p:cNvSpPr txBox="1"/>
            <p:nvPr/>
          </p:nvSpPr>
          <p:spPr>
            <a:xfrm>
              <a:off x="1600283" y="347027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B82852A-1227-0442-3281-4F84731AA45D}"/>
              </a:ext>
            </a:extLst>
          </p:cNvPr>
          <p:cNvGrpSpPr/>
          <p:nvPr/>
        </p:nvGrpSpPr>
        <p:grpSpPr>
          <a:xfrm>
            <a:off x="8501527" y="2624222"/>
            <a:ext cx="2356972" cy="2453104"/>
            <a:chOff x="2853202" y="2624222"/>
            <a:chExt cx="2356972" cy="24531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3B6F9B-47A3-D14A-038F-4F4A74500181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04F3D3-3211-CC58-8BB6-C2A30F150BBB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C7A69F-5552-6100-15B1-24FC7F334641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7118220-3931-4A26-A509-952F7D14DED6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76BAACE-E846-55A5-2AE9-A59C3D080762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CAE6B78-F27A-3339-EC29-5B167F0BA85B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504DA59-B13D-5E35-EB15-19E48EB5B462}"/>
                </a:ext>
              </a:extLst>
            </p:cNvPr>
            <p:cNvSpPr txBox="1"/>
            <p:nvPr/>
          </p:nvSpPr>
          <p:spPr>
            <a:xfrm>
              <a:off x="3192411" y="4069659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4421F31-AD90-B07B-7816-3C4D36922978}"/>
              </a:ext>
            </a:extLst>
          </p:cNvPr>
          <p:cNvSpPr txBox="1"/>
          <p:nvPr/>
        </p:nvSpPr>
        <p:spPr>
          <a:xfrm>
            <a:off x="7504780" y="368797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(Concrete)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6EB9E5-D91D-C028-7F00-4AD207FA3CA1}"/>
              </a:ext>
            </a:extLst>
          </p:cNvPr>
          <p:cNvSpPr txBox="1"/>
          <p:nvPr/>
        </p:nvSpPr>
        <p:spPr>
          <a:xfrm>
            <a:off x="9604774" y="347799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(Glass)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E4D284-6810-C78B-A7CA-92AD3D202615}"/>
              </a:ext>
            </a:extLst>
          </p:cNvPr>
          <p:cNvSpPr txBox="1"/>
          <p:nvPr/>
        </p:nvSpPr>
        <p:spPr>
          <a:xfrm>
            <a:off x="2359893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0FDE8D-08C5-FCDE-AFBA-D3F3D5CEDC83}"/>
              </a:ext>
            </a:extLst>
          </p:cNvPr>
          <p:cNvSpPr txBox="1"/>
          <p:nvPr/>
        </p:nvSpPr>
        <p:spPr>
          <a:xfrm>
            <a:off x="7931624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55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CDE2-6CE0-A947-A58C-1235EE8E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EA806-3A21-4F73-C27B-A560D11B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371" y="2050922"/>
            <a:ext cx="4429381" cy="3694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8E135-1633-A2C1-7CFE-6BE68FFEE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7696" y="2050922"/>
            <a:ext cx="4429381" cy="369425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FF93B49-AFCD-6B6B-C34C-ABC4643B13E9}"/>
              </a:ext>
            </a:extLst>
          </p:cNvPr>
          <p:cNvGrpSpPr/>
          <p:nvPr/>
        </p:nvGrpSpPr>
        <p:grpSpPr>
          <a:xfrm>
            <a:off x="1600283" y="2624222"/>
            <a:ext cx="3609891" cy="2453104"/>
            <a:chOff x="1600283" y="2624222"/>
            <a:chExt cx="3609891" cy="245310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015497-005E-E387-A171-6D3D4EC86CD3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808AC6-F6D1-27D4-283D-F9019DDEECEA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E6FD09-8B0C-B433-DCF7-24E12C10C6C1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0BBA731-5156-FCB6-06BE-6770484DA34C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F3C33B8-55A7-5C4E-77FE-EDBE8292EFC2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F90C08E-41AA-ABD2-3FDF-E585029C522E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B0F234B-2E65-7C08-32C5-29FCDCE00BB8}"/>
                </a:ext>
              </a:extLst>
            </p:cNvPr>
            <p:cNvSpPr txBox="1"/>
            <p:nvPr/>
          </p:nvSpPr>
          <p:spPr>
            <a:xfrm>
              <a:off x="1600283" y="347027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698F5-723A-9161-3C0D-A71322634CC6}"/>
              </a:ext>
            </a:extLst>
          </p:cNvPr>
          <p:cNvGrpSpPr/>
          <p:nvPr/>
        </p:nvGrpSpPr>
        <p:grpSpPr>
          <a:xfrm>
            <a:off x="8501527" y="2624222"/>
            <a:ext cx="2356972" cy="2453104"/>
            <a:chOff x="2853202" y="2624222"/>
            <a:chExt cx="2356972" cy="24531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7EF1F4-455A-D08F-997A-FA0BE2B560C5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144C79-FA43-0BE7-A0A4-D96883758CB9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799CA7-C58E-E411-C814-3137BCA97C02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2855D36-BC3B-D9E5-A071-891DCD645803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D2E33BC-26B7-30EA-32E3-E903E3D08334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F28CACA-6F62-C2CC-C1BC-368D39A9C4F1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2E7A644-3B7E-9302-9BD5-E904F5DAC2E7}"/>
                </a:ext>
              </a:extLst>
            </p:cNvPr>
            <p:cNvSpPr txBox="1"/>
            <p:nvPr/>
          </p:nvSpPr>
          <p:spPr>
            <a:xfrm>
              <a:off x="3192411" y="4069659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E2F2BB1-2C65-BC34-74DF-A61E0E052679}"/>
              </a:ext>
            </a:extLst>
          </p:cNvPr>
          <p:cNvSpPr txBox="1"/>
          <p:nvPr/>
        </p:nvSpPr>
        <p:spPr>
          <a:xfrm>
            <a:off x="7504780" y="368797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(Concrete)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D8CF46-347A-0CAE-FACE-9B16012FD3B3}"/>
              </a:ext>
            </a:extLst>
          </p:cNvPr>
          <p:cNvSpPr txBox="1"/>
          <p:nvPr/>
        </p:nvSpPr>
        <p:spPr>
          <a:xfrm>
            <a:off x="9604774" y="347799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(Glass)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5DFD51-BADD-7128-9D92-8E8DB3B8415A}"/>
              </a:ext>
            </a:extLst>
          </p:cNvPr>
          <p:cNvSpPr txBox="1"/>
          <p:nvPr/>
        </p:nvSpPr>
        <p:spPr>
          <a:xfrm>
            <a:off x="2359893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7334FC-367A-158C-D526-4088686A9605}"/>
              </a:ext>
            </a:extLst>
          </p:cNvPr>
          <p:cNvSpPr txBox="1"/>
          <p:nvPr/>
        </p:nvSpPr>
        <p:spPr>
          <a:xfrm>
            <a:off x="7931624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228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C5056-18CF-0474-0362-B76A142B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6552F4-572B-EEC0-8322-CDD058FA4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020" y="2050922"/>
            <a:ext cx="4378082" cy="3694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911AE8-0B94-3F28-155A-8351F0692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3345" y="2050922"/>
            <a:ext cx="4378082" cy="369425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AF335C7-8C4F-2866-B126-7A33C7580E05}"/>
              </a:ext>
            </a:extLst>
          </p:cNvPr>
          <p:cNvSpPr txBox="1"/>
          <p:nvPr/>
        </p:nvSpPr>
        <p:spPr>
          <a:xfrm>
            <a:off x="2359893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ACB2DE-A30C-2042-E814-5FBF90CF0E7F}"/>
              </a:ext>
            </a:extLst>
          </p:cNvPr>
          <p:cNvSpPr txBox="1"/>
          <p:nvPr/>
        </p:nvSpPr>
        <p:spPr>
          <a:xfrm>
            <a:off x="7931624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B9095-4324-BEC1-6108-FE606C295198}"/>
              </a:ext>
            </a:extLst>
          </p:cNvPr>
          <p:cNvSpPr txBox="1"/>
          <p:nvPr/>
        </p:nvSpPr>
        <p:spPr>
          <a:xfrm>
            <a:off x="1535207" y="5063361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AB417-585A-E556-0AB5-2D01CC5C583F}"/>
              </a:ext>
            </a:extLst>
          </p:cNvPr>
          <p:cNvSpPr txBox="1"/>
          <p:nvPr/>
        </p:nvSpPr>
        <p:spPr>
          <a:xfrm>
            <a:off x="4173763" y="2382273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endParaRPr lang="ja-JP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E94878-6BC0-27B4-03FC-463CDAA2BAC4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1899252" y="2668720"/>
            <a:ext cx="2243175" cy="23165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A95132F-7F9D-1D9E-3BEF-CBC232E100DE}"/>
              </a:ext>
            </a:extLst>
          </p:cNvPr>
          <p:cNvSpPr/>
          <p:nvPr/>
        </p:nvSpPr>
        <p:spPr>
          <a:xfrm>
            <a:off x="1821203" y="4971921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558E93-39FE-4325-68A7-5581083D3586}"/>
              </a:ext>
            </a:extLst>
          </p:cNvPr>
          <p:cNvSpPr/>
          <p:nvPr/>
        </p:nvSpPr>
        <p:spPr>
          <a:xfrm>
            <a:off x="4129036" y="2590671"/>
            <a:ext cx="91440" cy="9144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2AFD1-DA87-C43A-A67C-B7ED1F1709F0}"/>
              </a:ext>
            </a:extLst>
          </p:cNvPr>
          <p:cNvSpPr txBox="1"/>
          <p:nvPr/>
        </p:nvSpPr>
        <p:spPr>
          <a:xfrm>
            <a:off x="7182972" y="5054396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ja-JP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D413DC-6A26-1666-CDAA-D2DE3E1C8776}"/>
              </a:ext>
            </a:extLst>
          </p:cNvPr>
          <p:cNvSpPr txBox="1"/>
          <p:nvPr/>
        </p:nvSpPr>
        <p:spPr>
          <a:xfrm>
            <a:off x="9821528" y="2373308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endParaRPr lang="ja-JP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0FB0BD-D89E-0E67-2A95-59EA850872A2}"/>
              </a:ext>
            </a:extLst>
          </p:cNvPr>
          <p:cNvCxnSpPr>
            <a:cxnSpLocks/>
            <a:stCxn id="19" idx="7"/>
            <a:endCxn id="34" idx="3"/>
          </p:cNvCxnSpPr>
          <p:nvPr/>
        </p:nvCxnSpPr>
        <p:spPr>
          <a:xfrm flipV="1">
            <a:off x="7547017" y="2659755"/>
            <a:ext cx="2243175" cy="23165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6FAF67E-0F35-FB90-2382-D0D8C6308DC4}"/>
              </a:ext>
            </a:extLst>
          </p:cNvPr>
          <p:cNvSpPr/>
          <p:nvPr/>
        </p:nvSpPr>
        <p:spPr>
          <a:xfrm>
            <a:off x="7468968" y="4962956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E3F6B63-6949-86BD-1DB6-DC464820F365}"/>
              </a:ext>
            </a:extLst>
          </p:cNvPr>
          <p:cNvSpPr/>
          <p:nvPr/>
        </p:nvSpPr>
        <p:spPr>
          <a:xfrm>
            <a:off x="9776801" y="2581706"/>
            <a:ext cx="91440" cy="9144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36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B660-D72F-174B-22E6-DDABB07F3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9096B0-395C-96CA-C561-A57E8CC3C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32" y="1198752"/>
            <a:ext cx="5831586" cy="1893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551500-36F5-BAED-DB05-FC6A663BA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56" y="3335000"/>
            <a:ext cx="5732096" cy="1149801"/>
          </a:xfrm>
          <a:prstGeom prst="rect">
            <a:avLst/>
          </a:prstGeom>
        </p:spPr>
      </p:pic>
      <p:sp>
        <p:nvSpPr>
          <p:cNvPr id="7" name="Right Bracket 6">
            <a:extLst>
              <a:ext uri="{FF2B5EF4-FFF2-40B4-BE49-F238E27FC236}">
                <a16:creationId xmlns:a16="http://schemas.microsoft.com/office/drawing/2014/main" id="{88240A6C-F866-90EF-E63C-59D6C0189679}"/>
              </a:ext>
            </a:extLst>
          </p:cNvPr>
          <p:cNvSpPr/>
          <p:nvPr/>
        </p:nvSpPr>
        <p:spPr>
          <a:xfrm flipH="1">
            <a:off x="471338" y="1758874"/>
            <a:ext cx="188537" cy="1766750"/>
          </a:xfrm>
          <a:prstGeom prst="rightBracket">
            <a:avLst>
              <a:gd name="adj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C2AE8EA4-89C0-EA2D-D591-7DC3BBE98712}"/>
              </a:ext>
            </a:extLst>
          </p:cNvPr>
          <p:cNvSpPr/>
          <p:nvPr/>
        </p:nvSpPr>
        <p:spPr>
          <a:xfrm rot="16200000" flipH="1">
            <a:off x="2117739" y="4240148"/>
            <a:ext cx="193649" cy="790573"/>
          </a:xfrm>
          <a:prstGeom prst="rightBracket">
            <a:avLst>
              <a:gd name="adj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E89537-5B4F-5FCB-9E62-36F6028DF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918" y="995366"/>
            <a:ext cx="4689202" cy="4679267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F51B1D-67BB-03D4-4295-11D6595D61F5}"/>
              </a:ext>
            </a:extLst>
          </p:cNvPr>
          <p:cNvCxnSpPr>
            <a:cxnSpLocks/>
          </p:cNvCxnSpPr>
          <p:nvPr/>
        </p:nvCxnSpPr>
        <p:spPr>
          <a:xfrm flipV="1">
            <a:off x="7326418" y="3583812"/>
            <a:ext cx="0" cy="15708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B5509C-27A3-E428-E3CF-93793BA4D5EA}"/>
              </a:ext>
            </a:extLst>
          </p:cNvPr>
          <p:cNvCxnSpPr>
            <a:cxnSpLocks/>
          </p:cNvCxnSpPr>
          <p:nvPr/>
        </p:nvCxnSpPr>
        <p:spPr>
          <a:xfrm>
            <a:off x="2232213" y="4733364"/>
            <a:ext cx="0" cy="421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1BA9644-AC17-824F-65E4-3C90A89D5A16}"/>
              </a:ext>
            </a:extLst>
          </p:cNvPr>
          <p:cNvCxnSpPr>
            <a:cxnSpLocks/>
          </p:cNvCxnSpPr>
          <p:nvPr/>
        </p:nvCxnSpPr>
        <p:spPr>
          <a:xfrm>
            <a:off x="2232213" y="5154706"/>
            <a:ext cx="70560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EA7C-DDA3-692A-648B-9624DCFF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5961B8-329F-3838-70E4-86ADE9784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84" y="1214089"/>
            <a:ext cx="7353937" cy="41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91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106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6</cp:revision>
  <dcterms:created xsi:type="dcterms:W3CDTF">2026-05-28T03:25:10Z</dcterms:created>
  <dcterms:modified xsi:type="dcterms:W3CDTF">2026-06-04T02:30:38Z</dcterms:modified>
</cp:coreProperties>
</file>