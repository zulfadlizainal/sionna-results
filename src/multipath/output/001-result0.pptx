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7" r:id="rId3"/>
    <p:sldId id="268" r:id="rId4"/>
    <p:sldId id="269" r:id="rId5"/>
    <p:sldId id="270" r:id="rId6"/>
    <p:sldId id="271" r:id="rId7"/>
    <p:sldId id="272" r:id="rId8"/>
    <p:sldId id="273" r:id="rId9"/>
    <p:sldId id="27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ED9D8-3465-B313-F1C0-AB54E835E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5F1AA1-8366-C3B9-1D32-963BFFC678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6E8825-CF08-53B5-8ABC-448CF4086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595AD-7D57-E7BC-E86E-5B501C616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CBF00-871B-3ADF-3BA0-F397F2DAB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9310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BC1C1-C52D-3265-1DB2-7B73739E0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DA675-D0F7-FB7C-2265-FC4C73691E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B75819-6B3B-4FD2-4937-7C883E4FA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74754B-A6C5-E66F-113D-7E8E770FD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B10522-5DF2-F195-5472-E0ED235C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84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6CF90-6BAC-5C6C-08FE-6EE289318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201B7F-00B4-9366-76A5-3DDF5F96B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B1F31C-588F-23CE-8880-20126A23A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67E04-680E-212A-65A6-A16E6567E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6BBEA-467D-EB22-7A62-70A1D7C0D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9198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7B5C9-7E2E-DB54-4548-9C8DD6796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F7864-48E2-E9A7-C1E6-8661EAFD59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E45C49-B1BB-8A9F-3954-87375A62F4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49BD7A-78B3-368B-C69C-11CE60F3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A8B910-159A-AA2D-2667-1A9ED9688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C2EDAC-D6E9-52F3-85BE-387B05BB9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453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5ED89-8965-D6E1-C4AB-358206401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E9140B-70F5-B500-0170-1D70D8868C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18B274-32BC-0AC2-3D8E-09C0AAE341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5332EC-E91D-CDDC-1016-462E5570B1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95F0A4-F868-8C96-D99D-55219141F9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F7BC70-E978-2AFF-F154-87F9A5FE7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7D0DA0-F214-3F1A-8754-DD3404F6A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70F7635-150B-C5A1-5BD2-06794A676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5277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5D821-B2FC-F115-7C22-CC575025B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AAB277-2D62-02C1-9720-16BBF3A1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614F3E-E3B8-017B-81F8-929C0E0F7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ABD439-5085-4C11-EABE-17F3DD7D2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9587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DEF2B-8D5A-AA3C-B1CA-1707C8978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FDDF59-4399-A31D-19F4-530025F94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BC01-0887-14FD-A244-5B9CEF1B0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2471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ECE1C-566B-5243-DBCE-952436AE7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62479-DDAC-53CA-0555-F8DB26764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85273E-F7FE-2AE0-2881-32E941FD4A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3247D-3BE9-5808-EB37-EA54B48B4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E20273-A90C-9F62-DBB1-6B8ED1C96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BBB19B-C21C-8FAC-014B-A5E211DAA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4913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67C93-AA20-89E4-A740-8BEE73E7F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A389C2-A85C-2F3D-8727-057AAE6D1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3D0D3B-3108-07AD-59C3-AB171DB466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216E57-3EF0-7D4E-B5E3-AC5C1CEE2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6BCC79-A8D4-CC2B-65CC-4CBDAB184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FB966A-D024-8F8C-96D8-2C35449A6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5118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1C972-0496-606D-2FD0-B5A636A48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517907-3BA1-895C-792D-DA834BEB28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0EA24-8181-94A3-740E-F980628D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34297-3479-C457-44CF-2EAC16992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C8DE9-3C06-7DF0-B6B0-CE9B49CB6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188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413FC6-474B-BD3C-38FA-076EBB1F81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00BB0C-96A0-6586-CD81-DCA45C581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EE4B1-B6B8-D471-EBE8-126F63862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2E344-8AC2-9EB0-03D6-A5FD1CD6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731D30-D930-0F71-9578-26DB61AC8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221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323821-682A-516A-6EC0-3DA3426F8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32A4C-90C6-4588-E4AF-DD52F1AF6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0DBE94-38D4-B1EB-7DA5-D2F603411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BDE45-A43B-44ED-A8A4-A0BC352449A2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A47D9-F80A-75FE-399F-2D349D365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A51607-57C2-EF07-BD8B-E90B81CED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2954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6E59-46D3-52CE-1762-12043A585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C7390F-5151-E4C5-B103-3CEF66795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062" y="2050922"/>
            <a:ext cx="4572000" cy="3694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E2B7FA-FD23-A564-3B59-85944D556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6387" y="2050922"/>
            <a:ext cx="4572000" cy="3694253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C3188CBC-EF08-6D32-B61E-3426D7E785CA}"/>
              </a:ext>
            </a:extLst>
          </p:cNvPr>
          <p:cNvGrpSpPr/>
          <p:nvPr/>
        </p:nvGrpSpPr>
        <p:grpSpPr>
          <a:xfrm>
            <a:off x="1600283" y="2624222"/>
            <a:ext cx="3609891" cy="2453104"/>
            <a:chOff x="1600283" y="2624222"/>
            <a:chExt cx="3609891" cy="245310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02EC42C-2C01-CEDE-0962-4D969D9B3315}"/>
                </a:ext>
              </a:extLst>
            </p:cNvPr>
            <p:cNvSpPr txBox="1"/>
            <p:nvPr/>
          </p:nvSpPr>
          <p:spPr>
            <a:xfrm>
              <a:off x="2853202" y="270116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D0F04B8-8A6C-9B79-D700-60138D15254F}"/>
                </a:ext>
              </a:extLst>
            </p:cNvPr>
            <p:cNvSpPr txBox="1"/>
            <p:nvPr/>
          </p:nvSpPr>
          <p:spPr>
            <a:xfrm>
              <a:off x="2853202" y="481571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EFAAA8-E629-5160-9166-36F83DC088CF}"/>
                </a:ext>
              </a:extLst>
            </p:cNvPr>
            <p:cNvSpPr txBox="1"/>
            <p:nvPr/>
          </p:nvSpPr>
          <p:spPr>
            <a:xfrm>
              <a:off x="3904881" y="262422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Wall </a:t>
              </a:r>
            </a:p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(Concrete)</a:t>
              </a:r>
              <a:endParaRPr lang="ja-JP" altLang="en-US" sz="105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3087210-786A-B385-45E6-8B4C9B14F1B8}"/>
                </a:ext>
              </a:extLst>
            </p:cNvPr>
            <p:cNvCxnSpPr>
              <a:cxnSpLocks/>
            </p:cNvCxnSpPr>
            <p:nvPr/>
          </p:nvCxnSpPr>
          <p:spPr>
            <a:xfrm>
              <a:off x="3228606" y="2879596"/>
              <a:ext cx="0" cy="19837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A428167-1C9F-D072-3B77-D973BF638CC4}"/>
                </a:ext>
              </a:extLst>
            </p:cNvPr>
            <p:cNvSpPr/>
            <p:nvPr/>
          </p:nvSpPr>
          <p:spPr>
            <a:xfrm>
              <a:off x="3192622" y="265544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3DF0794-0F74-4374-8A8B-A34A1BCC9AFA}"/>
                </a:ext>
              </a:extLst>
            </p:cNvPr>
            <p:cNvSpPr/>
            <p:nvPr/>
          </p:nvSpPr>
          <p:spPr>
            <a:xfrm>
              <a:off x="3182886" y="4946521"/>
              <a:ext cx="91440" cy="9144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0E256CE-65A4-50F2-C00C-6D991B33BDD2}"/>
                </a:ext>
              </a:extLst>
            </p:cNvPr>
            <p:cNvSpPr txBox="1"/>
            <p:nvPr/>
          </p:nvSpPr>
          <p:spPr>
            <a:xfrm>
              <a:off x="1600283" y="347027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Ground </a:t>
              </a:r>
            </a:p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(Very Dry)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284045-4296-BCDE-EAFD-088B9B06F819}"/>
              </a:ext>
            </a:extLst>
          </p:cNvPr>
          <p:cNvGrpSpPr/>
          <p:nvPr/>
        </p:nvGrpSpPr>
        <p:grpSpPr>
          <a:xfrm>
            <a:off x="8501527" y="2624222"/>
            <a:ext cx="2356972" cy="2453104"/>
            <a:chOff x="2853202" y="2624222"/>
            <a:chExt cx="2356972" cy="245310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9F9C8DD-25EA-4C80-2C5D-4D4C15F6BB39}"/>
                </a:ext>
              </a:extLst>
            </p:cNvPr>
            <p:cNvSpPr txBox="1"/>
            <p:nvPr/>
          </p:nvSpPr>
          <p:spPr>
            <a:xfrm>
              <a:off x="2853202" y="270116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C82D23F-1C66-DA69-FE9B-D9CE29AB8CE4}"/>
                </a:ext>
              </a:extLst>
            </p:cNvPr>
            <p:cNvSpPr txBox="1"/>
            <p:nvPr/>
          </p:nvSpPr>
          <p:spPr>
            <a:xfrm>
              <a:off x="2853202" y="481571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53AF1F6-AA0C-C80E-B20C-ACC231B41297}"/>
                </a:ext>
              </a:extLst>
            </p:cNvPr>
            <p:cNvSpPr txBox="1"/>
            <p:nvPr/>
          </p:nvSpPr>
          <p:spPr>
            <a:xfrm>
              <a:off x="3904881" y="262422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Wall </a:t>
              </a:r>
            </a:p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(Concrete)</a:t>
              </a:r>
              <a:endParaRPr lang="ja-JP" altLang="en-US" sz="105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9CC5A59-F199-9F37-0E3F-106F18D27FED}"/>
                </a:ext>
              </a:extLst>
            </p:cNvPr>
            <p:cNvCxnSpPr>
              <a:cxnSpLocks/>
            </p:cNvCxnSpPr>
            <p:nvPr/>
          </p:nvCxnSpPr>
          <p:spPr>
            <a:xfrm>
              <a:off x="3228606" y="2879596"/>
              <a:ext cx="0" cy="19837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CF62280F-38B8-071F-A936-8CB74BF2934A}"/>
                </a:ext>
              </a:extLst>
            </p:cNvPr>
            <p:cNvSpPr/>
            <p:nvPr/>
          </p:nvSpPr>
          <p:spPr>
            <a:xfrm>
              <a:off x="3192622" y="265544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5A6C597-94EC-0AF5-F304-401530E138DA}"/>
                </a:ext>
              </a:extLst>
            </p:cNvPr>
            <p:cNvSpPr/>
            <p:nvPr/>
          </p:nvSpPr>
          <p:spPr>
            <a:xfrm>
              <a:off x="3182886" y="4946521"/>
              <a:ext cx="91440" cy="9144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2E439F6-BF68-630B-355F-F68FA40877D6}"/>
                </a:ext>
              </a:extLst>
            </p:cNvPr>
            <p:cNvSpPr txBox="1"/>
            <p:nvPr/>
          </p:nvSpPr>
          <p:spPr>
            <a:xfrm>
              <a:off x="3192411" y="4069659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Ground </a:t>
              </a:r>
            </a:p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(Very Dry)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76B2B874-6A45-F117-6738-0EB0253E859E}"/>
              </a:ext>
            </a:extLst>
          </p:cNvPr>
          <p:cNvSpPr txBox="1"/>
          <p:nvPr/>
        </p:nvSpPr>
        <p:spPr>
          <a:xfrm>
            <a:off x="7504780" y="3687976"/>
            <a:ext cx="130529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Obstacles </a:t>
            </a:r>
          </a:p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(Concrete)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8E1C43-4B69-9DDD-8EDE-BD20C07FAD11}"/>
              </a:ext>
            </a:extLst>
          </p:cNvPr>
          <p:cNvSpPr txBox="1"/>
          <p:nvPr/>
        </p:nvSpPr>
        <p:spPr>
          <a:xfrm>
            <a:off x="9604774" y="3477996"/>
            <a:ext cx="130529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Obstacles </a:t>
            </a:r>
          </a:p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(Glass)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B85C78-5CA7-F877-436D-C0E57F16F1C6}"/>
              </a:ext>
            </a:extLst>
          </p:cNvPr>
          <p:cNvSpPr txBox="1"/>
          <p:nvPr/>
        </p:nvSpPr>
        <p:spPr>
          <a:xfrm>
            <a:off x="2359893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Empty Room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1B2DD4-30E8-F9EB-E402-0581B0D1A2FD}"/>
              </a:ext>
            </a:extLst>
          </p:cNvPr>
          <p:cNvSpPr txBox="1"/>
          <p:nvPr/>
        </p:nvSpPr>
        <p:spPr>
          <a:xfrm>
            <a:off x="7931624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Obstacles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98519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72B8D-6F64-E85D-9A9A-44980AB28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8CFF83-34FD-0667-B620-B7313FE580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4240" y="2050922"/>
            <a:ext cx="4479644" cy="3694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98B093-8CC7-1C83-5DD3-8A3A8C1E56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92565" y="2050922"/>
            <a:ext cx="4479644" cy="3694253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9BA8094-C097-0968-55F3-DDB69C2868E0}"/>
              </a:ext>
            </a:extLst>
          </p:cNvPr>
          <p:cNvGrpSpPr/>
          <p:nvPr/>
        </p:nvGrpSpPr>
        <p:grpSpPr>
          <a:xfrm>
            <a:off x="1600283" y="2624222"/>
            <a:ext cx="3609891" cy="2453104"/>
            <a:chOff x="1600283" y="2624222"/>
            <a:chExt cx="3609891" cy="245310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6332E7-E3A7-6777-8CFC-D3C7BF6C601F}"/>
                </a:ext>
              </a:extLst>
            </p:cNvPr>
            <p:cNvSpPr txBox="1"/>
            <p:nvPr/>
          </p:nvSpPr>
          <p:spPr>
            <a:xfrm>
              <a:off x="2853202" y="270116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EC38697-ACD5-071F-D604-8D914B4B0C54}"/>
                </a:ext>
              </a:extLst>
            </p:cNvPr>
            <p:cNvSpPr txBox="1"/>
            <p:nvPr/>
          </p:nvSpPr>
          <p:spPr>
            <a:xfrm>
              <a:off x="2853202" y="481571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AA6465-3E77-47C6-C849-11FC2B4A873E}"/>
                </a:ext>
              </a:extLst>
            </p:cNvPr>
            <p:cNvSpPr txBox="1"/>
            <p:nvPr/>
          </p:nvSpPr>
          <p:spPr>
            <a:xfrm>
              <a:off x="3904881" y="262422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Wall </a:t>
              </a:r>
            </a:p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(Concrete)</a:t>
              </a:r>
              <a:endParaRPr lang="ja-JP" altLang="en-US" sz="105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3634F23-B635-BD87-7319-CB2AE0668C28}"/>
                </a:ext>
              </a:extLst>
            </p:cNvPr>
            <p:cNvCxnSpPr>
              <a:cxnSpLocks/>
            </p:cNvCxnSpPr>
            <p:nvPr/>
          </p:nvCxnSpPr>
          <p:spPr>
            <a:xfrm>
              <a:off x="3228606" y="2879596"/>
              <a:ext cx="0" cy="19837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CED4B4E-5181-80C7-0BC0-5D198DBC2C7A}"/>
                </a:ext>
              </a:extLst>
            </p:cNvPr>
            <p:cNvSpPr/>
            <p:nvPr/>
          </p:nvSpPr>
          <p:spPr>
            <a:xfrm>
              <a:off x="3192622" y="265544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0C6ECF8E-729B-E26E-9624-EBCBA701B87C}"/>
                </a:ext>
              </a:extLst>
            </p:cNvPr>
            <p:cNvSpPr/>
            <p:nvPr/>
          </p:nvSpPr>
          <p:spPr>
            <a:xfrm>
              <a:off x="3182886" y="4946521"/>
              <a:ext cx="91440" cy="9144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F03D61-504A-96D4-0E5C-E935127F9847}"/>
                </a:ext>
              </a:extLst>
            </p:cNvPr>
            <p:cNvSpPr txBox="1"/>
            <p:nvPr/>
          </p:nvSpPr>
          <p:spPr>
            <a:xfrm>
              <a:off x="1600283" y="347027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Ground </a:t>
              </a:r>
            </a:p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(Very Dry)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B82852A-1227-0442-3281-4F84731AA45D}"/>
              </a:ext>
            </a:extLst>
          </p:cNvPr>
          <p:cNvGrpSpPr/>
          <p:nvPr/>
        </p:nvGrpSpPr>
        <p:grpSpPr>
          <a:xfrm>
            <a:off x="8501527" y="2624222"/>
            <a:ext cx="2356972" cy="2453104"/>
            <a:chOff x="2853202" y="2624222"/>
            <a:chExt cx="2356972" cy="245310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73B6F9B-47A3-D14A-038F-4F4A74500181}"/>
                </a:ext>
              </a:extLst>
            </p:cNvPr>
            <p:cNvSpPr txBox="1"/>
            <p:nvPr/>
          </p:nvSpPr>
          <p:spPr>
            <a:xfrm>
              <a:off x="2853202" y="270116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704F3D3-3211-CC58-8BB6-C2A30F150BBB}"/>
                </a:ext>
              </a:extLst>
            </p:cNvPr>
            <p:cNvSpPr txBox="1"/>
            <p:nvPr/>
          </p:nvSpPr>
          <p:spPr>
            <a:xfrm>
              <a:off x="2853202" y="481571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DC7A69F-5552-6100-15B1-24FC7F334641}"/>
                </a:ext>
              </a:extLst>
            </p:cNvPr>
            <p:cNvSpPr txBox="1"/>
            <p:nvPr/>
          </p:nvSpPr>
          <p:spPr>
            <a:xfrm>
              <a:off x="3904881" y="262422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Wall </a:t>
              </a:r>
            </a:p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(Concrete)</a:t>
              </a:r>
              <a:endParaRPr lang="ja-JP" altLang="en-US" sz="105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7118220-3931-4A26-A509-952F7D14DED6}"/>
                </a:ext>
              </a:extLst>
            </p:cNvPr>
            <p:cNvCxnSpPr>
              <a:cxnSpLocks/>
            </p:cNvCxnSpPr>
            <p:nvPr/>
          </p:nvCxnSpPr>
          <p:spPr>
            <a:xfrm>
              <a:off x="3228606" y="2879596"/>
              <a:ext cx="0" cy="19837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76BAACE-E846-55A5-2AE9-A59C3D080762}"/>
                </a:ext>
              </a:extLst>
            </p:cNvPr>
            <p:cNvSpPr/>
            <p:nvPr/>
          </p:nvSpPr>
          <p:spPr>
            <a:xfrm>
              <a:off x="3192622" y="265544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8CAE6B78-F27A-3339-EC29-5B167F0BA85B}"/>
                </a:ext>
              </a:extLst>
            </p:cNvPr>
            <p:cNvSpPr/>
            <p:nvPr/>
          </p:nvSpPr>
          <p:spPr>
            <a:xfrm>
              <a:off x="3182886" y="4946521"/>
              <a:ext cx="91440" cy="9144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504DA59-B13D-5E35-EB15-19E48EB5B462}"/>
                </a:ext>
              </a:extLst>
            </p:cNvPr>
            <p:cNvSpPr txBox="1"/>
            <p:nvPr/>
          </p:nvSpPr>
          <p:spPr>
            <a:xfrm>
              <a:off x="3192411" y="4069659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Ground </a:t>
              </a:r>
            </a:p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(Very Dry)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4421F31-AD90-B07B-7816-3C4D36922978}"/>
              </a:ext>
            </a:extLst>
          </p:cNvPr>
          <p:cNvSpPr txBox="1"/>
          <p:nvPr/>
        </p:nvSpPr>
        <p:spPr>
          <a:xfrm>
            <a:off x="7504780" y="3687976"/>
            <a:ext cx="130529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Obstacles </a:t>
            </a:r>
          </a:p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(Concrete)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6EB9E5-D91D-C028-7F00-4AD207FA3CA1}"/>
              </a:ext>
            </a:extLst>
          </p:cNvPr>
          <p:cNvSpPr txBox="1"/>
          <p:nvPr/>
        </p:nvSpPr>
        <p:spPr>
          <a:xfrm>
            <a:off x="9604774" y="3477996"/>
            <a:ext cx="130529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Obstacles </a:t>
            </a:r>
          </a:p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(Glass)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E4D284-6810-C78B-A7CA-92AD3D202615}"/>
              </a:ext>
            </a:extLst>
          </p:cNvPr>
          <p:cNvSpPr txBox="1"/>
          <p:nvPr/>
        </p:nvSpPr>
        <p:spPr>
          <a:xfrm>
            <a:off x="2359893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Empty Room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0FDE8D-08C5-FCDE-AFBA-D3F3D5CEDC83}"/>
              </a:ext>
            </a:extLst>
          </p:cNvPr>
          <p:cNvSpPr txBox="1"/>
          <p:nvPr/>
        </p:nvSpPr>
        <p:spPr>
          <a:xfrm>
            <a:off x="7931624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Obstacles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6558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CDE2-6CE0-A947-A58C-1235EE8E3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9EA806-3A21-4F73-C27B-A560D11BCD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9371" y="2050922"/>
            <a:ext cx="4429381" cy="3694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F8E135-1633-A2C1-7CFE-6BE68FFEE3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17696" y="2050922"/>
            <a:ext cx="4429381" cy="3694253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2FF93B49-AFCD-6B6B-C34C-ABC4643B13E9}"/>
              </a:ext>
            </a:extLst>
          </p:cNvPr>
          <p:cNvGrpSpPr/>
          <p:nvPr/>
        </p:nvGrpSpPr>
        <p:grpSpPr>
          <a:xfrm>
            <a:off x="1600283" y="2624222"/>
            <a:ext cx="3609891" cy="2453104"/>
            <a:chOff x="1600283" y="2624222"/>
            <a:chExt cx="3609891" cy="245310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6015497-005E-E387-A171-6D3D4EC86CD3}"/>
                </a:ext>
              </a:extLst>
            </p:cNvPr>
            <p:cNvSpPr txBox="1"/>
            <p:nvPr/>
          </p:nvSpPr>
          <p:spPr>
            <a:xfrm>
              <a:off x="2853202" y="270116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808AC6-F6D1-27D4-283D-F9019DDEECEA}"/>
                </a:ext>
              </a:extLst>
            </p:cNvPr>
            <p:cNvSpPr txBox="1"/>
            <p:nvPr/>
          </p:nvSpPr>
          <p:spPr>
            <a:xfrm>
              <a:off x="2853202" y="481571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3E6FD09-8B0C-B433-DCF7-24E12C10C6C1}"/>
                </a:ext>
              </a:extLst>
            </p:cNvPr>
            <p:cNvSpPr txBox="1"/>
            <p:nvPr/>
          </p:nvSpPr>
          <p:spPr>
            <a:xfrm>
              <a:off x="3904881" y="262422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Wall </a:t>
              </a:r>
            </a:p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(Concrete)</a:t>
              </a:r>
              <a:endParaRPr lang="ja-JP" altLang="en-US" sz="105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0BBA731-5156-FCB6-06BE-6770484DA34C}"/>
                </a:ext>
              </a:extLst>
            </p:cNvPr>
            <p:cNvCxnSpPr>
              <a:cxnSpLocks/>
            </p:cNvCxnSpPr>
            <p:nvPr/>
          </p:nvCxnSpPr>
          <p:spPr>
            <a:xfrm>
              <a:off x="3228606" y="2879596"/>
              <a:ext cx="0" cy="19837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3F3C33B8-55A7-5C4E-77FE-EDBE8292EFC2}"/>
                </a:ext>
              </a:extLst>
            </p:cNvPr>
            <p:cNvSpPr/>
            <p:nvPr/>
          </p:nvSpPr>
          <p:spPr>
            <a:xfrm>
              <a:off x="3192622" y="265544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F90C08E-41AA-ABD2-3FDF-E585029C522E}"/>
                </a:ext>
              </a:extLst>
            </p:cNvPr>
            <p:cNvSpPr/>
            <p:nvPr/>
          </p:nvSpPr>
          <p:spPr>
            <a:xfrm>
              <a:off x="3182886" y="4946521"/>
              <a:ext cx="91440" cy="9144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B0F234B-2E65-7C08-32C5-29FCDCE00BB8}"/>
                </a:ext>
              </a:extLst>
            </p:cNvPr>
            <p:cNvSpPr txBox="1"/>
            <p:nvPr/>
          </p:nvSpPr>
          <p:spPr>
            <a:xfrm>
              <a:off x="1600283" y="347027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Ground </a:t>
              </a:r>
            </a:p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(Very Dry)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3D698F5-723A-9161-3C0D-A71322634CC6}"/>
              </a:ext>
            </a:extLst>
          </p:cNvPr>
          <p:cNvGrpSpPr/>
          <p:nvPr/>
        </p:nvGrpSpPr>
        <p:grpSpPr>
          <a:xfrm>
            <a:off x="8501527" y="2624222"/>
            <a:ext cx="2356972" cy="2453104"/>
            <a:chOff x="2853202" y="2624222"/>
            <a:chExt cx="2356972" cy="245310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E7EF1F4-455A-D08F-997A-FA0BE2B560C5}"/>
                </a:ext>
              </a:extLst>
            </p:cNvPr>
            <p:cNvSpPr txBox="1"/>
            <p:nvPr/>
          </p:nvSpPr>
          <p:spPr>
            <a:xfrm>
              <a:off x="2853202" y="270116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A144C79-FA43-0BE7-A0A4-D96883758CB9}"/>
                </a:ext>
              </a:extLst>
            </p:cNvPr>
            <p:cNvSpPr txBox="1"/>
            <p:nvPr/>
          </p:nvSpPr>
          <p:spPr>
            <a:xfrm>
              <a:off x="2853202" y="481571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3799CA7-C58E-E411-C814-3137BCA97C02}"/>
                </a:ext>
              </a:extLst>
            </p:cNvPr>
            <p:cNvSpPr txBox="1"/>
            <p:nvPr/>
          </p:nvSpPr>
          <p:spPr>
            <a:xfrm>
              <a:off x="3904881" y="262422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Wall </a:t>
              </a:r>
            </a:p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(Concrete)</a:t>
              </a:r>
              <a:endParaRPr lang="ja-JP" altLang="en-US" sz="105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62855D36-BC3B-D9E5-A071-891DCD645803}"/>
                </a:ext>
              </a:extLst>
            </p:cNvPr>
            <p:cNvCxnSpPr>
              <a:cxnSpLocks/>
            </p:cNvCxnSpPr>
            <p:nvPr/>
          </p:nvCxnSpPr>
          <p:spPr>
            <a:xfrm>
              <a:off x="3228606" y="2879596"/>
              <a:ext cx="0" cy="19837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D2E33BC-26B7-30EA-32E3-E903E3D08334}"/>
                </a:ext>
              </a:extLst>
            </p:cNvPr>
            <p:cNvSpPr/>
            <p:nvPr/>
          </p:nvSpPr>
          <p:spPr>
            <a:xfrm>
              <a:off x="3192622" y="265544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F28CACA-6F62-C2CC-C1BC-368D39A9C4F1}"/>
                </a:ext>
              </a:extLst>
            </p:cNvPr>
            <p:cNvSpPr/>
            <p:nvPr/>
          </p:nvSpPr>
          <p:spPr>
            <a:xfrm>
              <a:off x="3182886" y="4946521"/>
              <a:ext cx="91440" cy="9144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2E7A644-3B7E-9302-9BD5-E904F5DAC2E7}"/>
                </a:ext>
              </a:extLst>
            </p:cNvPr>
            <p:cNvSpPr txBox="1"/>
            <p:nvPr/>
          </p:nvSpPr>
          <p:spPr>
            <a:xfrm>
              <a:off x="3192411" y="4069659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Ground </a:t>
              </a:r>
            </a:p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(Very Dry)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E2F2BB1-2C65-BC34-74DF-A61E0E052679}"/>
              </a:ext>
            </a:extLst>
          </p:cNvPr>
          <p:cNvSpPr txBox="1"/>
          <p:nvPr/>
        </p:nvSpPr>
        <p:spPr>
          <a:xfrm>
            <a:off x="7504780" y="3687976"/>
            <a:ext cx="130529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Obstacles </a:t>
            </a:r>
          </a:p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(Concrete)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D8CF46-347A-0CAE-FACE-9B16012FD3B3}"/>
              </a:ext>
            </a:extLst>
          </p:cNvPr>
          <p:cNvSpPr txBox="1"/>
          <p:nvPr/>
        </p:nvSpPr>
        <p:spPr>
          <a:xfrm>
            <a:off x="9604774" y="3477996"/>
            <a:ext cx="130529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Obstacles </a:t>
            </a:r>
          </a:p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(Glass)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5DFD51-BADD-7128-9D92-8E8DB3B8415A}"/>
              </a:ext>
            </a:extLst>
          </p:cNvPr>
          <p:cNvSpPr txBox="1"/>
          <p:nvPr/>
        </p:nvSpPr>
        <p:spPr>
          <a:xfrm>
            <a:off x="2359893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Empty Room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07334FC-367A-158C-D526-4088686A9605}"/>
              </a:ext>
            </a:extLst>
          </p:cNvPr>
          <p:cNvSpPr txBox="1"/>
          <p:nvPr/>
        </p:nvSpPr>
        <p:spPr>
          <a:xfrm>
            <a:off x="7931624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Obstacles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0228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5056-18CF-0474-0362-B76A142B6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6552F4-572B-EEC0-8322-CDD058FA45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5020" y="2050922"/>
            <a:ext cx="4378082" cy="3694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911AE8-0B94-3F28-155A-8351F06925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43345" y="2050922"/>
            <a:ext cx="4378082" cy="369425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AF335C7-8C4F-2866-B126-7A33C7580E05}"/>
              </a:ext>
            </a:extLst>
          </p:cNvPr>
          <p:cNvSpPr txBox="1"/>
          <p:nvPr/>
        </p:nvSpPr>
        <p:spPr>
          <a:xfrm>
            <a:off x="2359893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Empty Room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ACB2DE-A30C-2042-E814-5FBF90CF0E7F}"/>
              </a:ext>
            </a:extLst>
          </p:cNvPr>
          <p:cNvSpPr txBox="1"/>
          <p:nvPr/>
        </p:nvSpPr>
        <p:spPr>
          <a:xfrm>
            <a:off x="7931624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Obstacles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2B9095-4324-BEC1-6108-FE606C295198}"/>
              </a:ext>
            </a:extLst>
          </p:cNvPr>
          <p:cNvSpPr txBox="1"/>
          <p:nvPr/>
        </p:nvSpPr>
        <p:spPr>
          <a:xfrm>
            <a:off x="1535207" y="5063361"/>
            <a:ext cx="3563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Tx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6AB417-585A-E556-0AB5-2D01CC5C583F}"/>
              </a:ext>
            </a:extLst>
          </p:cNvPr>
          <p:cNvSpPr txBox="1"/>
          <p:nvPr/>
        </p:nvSpPr>
        <p:spPr>
          <a:xfrm>
            <a:off x="4173763" y="2382273"/>
            <a:ext cx="3563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Arial" panose="020B0604020202020204" pitchFamily="34" charset="0"/>
                <a:cs typeface="Arial" panose="020B0604020202020204" pitchFamily="34" charset="0"/>
              </a:rPr>
              <a:t>Rx</a:t>
            </a:r>
            <a:endParaRPr lang="ja-JP" altLang="en-US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3E94878-6BC0-27B4-03FC-463CDAA2BAC4}"/>
              </a:ext>
            </a:extLst>
          </p:cNvPr>
          <p:cNvCxnSpPr>
            <a:cxnSpLocks/>
            <a:stCxn id="6" idx="7"/>
            <a:endCxn id="7" idx="3"/>
          </p:cNvCxnSpPr>
          <p:nvPr/>
        </p:nvCxnSpPr>
        <p:spPr>
          <a:xfrm flipV="1">
            <a:off x="1899252" y="2668720"/>
            <a:ext cx="2243175" cy="23165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3A95132F-7F9D-1D9E-3BEF-CBC232E100DE}"/>
              </a:ext>
            </a:extLst>
          </p:cNvPr>
          <p:cNvSpPr/>
          <p:nvPr/>
        </p:nvSpPr>
        <p:spPr>
          <a:xfrm>
            <a:off x="1821203" y="4971921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7558E93-39FE-4325-68A7-5581083D3586}"/>
              </a:ext>
            </a:extLst>
          </p:cNvPr>
          <p:cNvSpPr/>
          <p:nvPr/>
        </p:nvSpPr>
        <p:spPr>
          <a:xfrm>
            <a:off x="4129036" y="2590671"/>
            <a:ext cx="91440" cy="91440"/>
          </a:xfrm>
          <a:prstGeom prst="ellipse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E2AFD1-DA87-C43A-A67C-B7ED1F1709F0}"/>
              </a:ext>
            </a:extLst>
          </p:cNvPr>
          <p:cNvSpPr txBox="1"/>
          <p:nvPr/>
        </p:nvSpPr>
        <p:spPr>
          <a:xfrm>
            <a:off x="7182972" y="5054396"/>
            <a:ext cx="3563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Arial" panose="020B0604020202020204" pitchFamily="34" charset="0"/>
                <a:cs typeface="Arial" panose="020B0604020202020204" pitchFamily="34" charset="0"/>
              </a:rPr>
              <a:t>Tx</a:t>
            </a:r>
            <a:endParaRPr lang="ja-JP" altLang="en-US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D413DC-6A26-1666-CDAA-D2DE3E1C8776}"/>
              </a:ext>
            </a:extLst>
          </p:cNvPr>
          <p:cNvSpPr txBox="1"/>
          <p:nvPr/>
        </p:nvSpPr>
        <p:spPr>
          <a:xfrm>
            <a:off x="9821528" y="2373308"/>
            <a:ext cx="3563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Arial" panose="020B0604020202020204" pitchFamily="34" charset="0"/>
                <a:cs typeface="Arial" panose="020B0604020202020204" pitchFamily="34" charset="0"/>
              </a:rPr>
              <a:t>Rx</a:t>
            </a:r>
            <a:endParaRPr lang="ja-JP" altLang="en-US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10FB0BD-D89E-0E67-2A95-59EA850872A2}"/>
              </a:ext>
            </a:extLst>
          </p:cNvPr>
          <p:cNvCxnSpPr>
            <a:cxnSpLocks/>
            <a:stCxn id="19" idx="7"/>
            <a:endCxn id="34" idx="3"/>
          </p:cNvCxnSpPr>
          <p:nvPr/>
        </p:nvCxnSpPr>
        <p:spPr>
          <a:xfrm flipV="1">
            <a:off x="7547017" y="2659755"/>
            <a:ext cx="2243175" cy="23165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6FAF67E-0F35-FB90-2382-D0D8C6308DC4}"/>
              </a:ext>
            </a:extLst>
          </p:cNvPr>
          <p:cNvSpPr/>
          <p:nvPr/>
        </p:nvSpPr>
        <p:spPr>
          <a:xfrm>
            <a:off x="7468968" y="4962956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E3F6B63-6949-86BD-1DB6-DC464820F365}"/>
              </a:ext>
            </a:extLst>
          </p:cNvPr>
          <p:cNvSpPr/>
          <p:nvPr/>
        </p:nvSpPr>
        <p:spPr>
          <a:xfrm>
            <a:off x="9776801" y="2581706"/>
            <a:ext cx="91440" cy="91440"/>
          </a:xfrm>
          <a:prstGeom prst="ellipse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3679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4B660-D72F-174B-22E6-DDABB07F3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9096B0-395C-96CA-C561-A57E8CC3C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32" y="1198752"/>
            <a:ext cx="5831586" cy="18932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551500-36F5-BAED-DB05-FC6A663BA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56" y="3335000"/>
            <a:ext cx="5732096" cy="1149801"/>
          </a:xfrm>
          <a:prstGeom prst="rect">
            <a:avLst/>
          </a:prstGeom>
        </p:spPr>
      </p:pic>
      <p:sp>
        <p:nvSpPr>
          <p:cNvPr id="7" name="Right Bracket 6">
            <a:extLst>
              <a:ext uri="{FF2B5EF4-FFF2-40B4-BE49-F238E27FC236}">
                <a16:creationId xmlns:a16="http://schemas.microsoft.com/office/drawing/2014/main" id="{88240A6C-F866-90EF-E63C-59D6C0189679}"/>
              </a:ext>
            </a:extLst>
          </p:cNvPr>
          <p:cNvSpPr/>
          <p:nvPr/>
        </p:nvSpPr>
        <p:spPr>
          <a:xfrm flipH="1">
            <a:off x="471338" y="1758874"/>
            <a:ext cx="188537" cy="1766750"/>
          </a:xfrm>
          <a:prstGeom prst="rightBracket">
            <a:avLst>
              <a:gd name="adj" fmla="val 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Right Bracket 7">
            <a:extLst>
              <a:ext uri="{FF2B5EF4-FFF2-40B4-BE49-F238E27FC236}">
                <a16:creationId xmlns:a16="http://schemas.microsoft.com/office/drawing/2014/main" id="{C2AE8EA4-89C0-EA2D-D591-7DC3BBE98712}"/>
              </a:ext>
            </a:extLst>
          </p:cNvPr>
          <p:cNvSpPr/>
          <p:nvPr/>
        </p:nvSpPr>
        <p:spPr>
          <a:xfrm rot="16200000" flipH="1">
            <a:off x="2117739" y="4240148"/>
            <a:ext cx="193649" cy="790573"/>
          </a:xfrm>
          <a:prstGeom prst="rightBracket">
            <a:avLst>
              <a:gd name="adj" fmla="val 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E89537-5B4F-5FCB-9E62-36F6028DFD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5918" y="995366"/>
            <a:ext cx="4689202" cy="4679267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F51B1D-67BB-03D4-4295-11D6595D61F5}"/>
              </a:ext>
            </a:extLst>
          </p:cNvPr>
          <p:cNvCxnSpPr>
            <a:cxnSpLocks/>
          </p:cNvCxnSpPr>
          <p:nvPr/>
        </p:nvCxnSpPr>
        <p:spPr>
          <a:xfrm flipV="1">
            <a:off x="7326418" y="3583812"/>
            <a:ext cx="0" cy="157089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9B5509C-27A3-E428-E3CF-93793BA4D5EA}"/>
              </a:ext>
            </a:extLst>
          </p:cNvPr>
          <p:cNvCxnSpPr>
            <a:cxnSpLocks/>
          </p:cNvCxnSpPr>
          <p:nvPr/>
        </p:nvCxnSpPr>
        <p:spPr>
          <a:xfrm>
            <a:off x="2232213" y="4733364"/>
            <a:ext cx="0" cy="42134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1BA9644-AC17-824F-65E4-3C90A89D5A16}"/>
              </a:ext>
            </a:extLst>
          </p:cNvPr>
          <p:cNvCxnSpPr>
            <a:cxnSpLocks/>
          </p:cNvCxnSpPr>
          <p:nvPr/>
        </p:nvCxnSpPr>
        <p:spPr>
          <a:xfrm>
            <a:off x="2232213" y="5154706"/>
            <a:ext cx="70560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3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7EA7C-DDA3-692A-648B-9624DCFF5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5961B8-329F-3838-70E4-86ADE9784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184" y="1214089"/>
            <a:ext cx="7353937" cy="4160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991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4B660-D72F-174B-22E6-DDABB07F3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2D2A7874-B117-894F-BDBA-1224B8CA03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45" y="979877"/>
            <a:ext cx="4687978" cy="46817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CE7F74F-C224-A37C-C39B-BA15DF704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55" y="3320741"/>
            <a:ext cx="5607161" cy="11640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BF38AF0-41A0-ED85-CB0A-59B9B32EE2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08" y="1660620"/>
            <a:ext cx="5899768" cy="1454167"/>
          </a:xfrm>
          <a:prstGeom prst="rect">
            <a:avLst/>
          </a:prstGeom>
        </p:spPr>
      </p:pic>
      <p:sp>
        <p:nvSpPr>
          <p:cNvPr id="7" name="Right Bracket 6">
            <a:extLst>
              <a:ext uri="{FF2B5EF4-FFF2-40B4-BE49-F238E27FC236}">
                <a16:creationId xmlns:a16="http://schemas.microsoft.com/office/drawing/2014/main" id="{88240A6C-F866-90EF-E63C-59D6C0189679}"/>
              </a:ext>
            </a:extLst>
          </p:cNvPr>
          <p:cNvSpPr/>
          <p:nvPr/>
        </p:nvSpPr>
        <p:spPr>
          <a:xfrm flipH="1">
            <a:off x="471338" y="1758874"/>
            <a:ext cx="188537" cy="1766750"/>
          </a:xfrm>
          <a:prstGeom prst="rightBracket">
            <a:avLst>
              <a:gd name="adj" fmla="val 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9B5509C-27A3-E428-E3CF-93793BA4D5EA}"/>
              </a:ext>
            </a:extLst>
          </p:cNvPr>
          <p:cNvCxnSpPr>
            <a:cxnSpLocks/>
          </p:cNvCxnSpPr>
          <p:nvPr/>
        </p:nvCxnSpPr>
        <p:spPr>
          <a:xfrm>
            <a:off x="1793301" y="4484801"/>
            <a:ext cx="0" cy="6699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1BA9644-AC17-824F-65E4-3C90A89D5A16}"/>
              </a:ext>
            </a:extLst>
          </p:cNvPr>
          <p:cNvCxnSpPr>
            <a:cxnSpLocks/>
          </p:cNvCxnSpPr>
          <p:nvPr/>
        </p:nvCxnSpPr>
        <p:spPr>
          <a:xfrm>
            <a:off x="1793301" y="5154706"/>
            <a:ext cx="74949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840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7EA7C-DDA3-692A-648B-9624DCFF5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3110AD-72E5-A58E-0831-A804CDF05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0335" y="1245681"/>
            <a:ext cx="4031329" cy="436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581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C361B-4CDF-5F4D-1C05-2052FC52F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6CE6E4-E1F0-94CB-FE10-620EB532A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57" y="2135565"/>
            <a:ext cx="5508396" cy="3061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B46D10-B615-AF1C-4CF3-7E7B67FF79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848" y="2135566"/>
            <a:ext cx="5508396" cy="30619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226B53-3852-1D87-9EFA-40D044305A52}"/>
              </a:ext>
            </a:extLst>
          </p:cNvPr>
          <p:cNvSpPr txBox="1"/>
          <p:nvPr/>
        </p:nvSpPr>
        <p:spPr>
          <a:xfrm>
            <a:off x="2378746" y="1743103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Empty Room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E32CFC-DB71-484D-2838-66616CA22A5E}"/>
              </a:ext>
            </a:extLst>
          </p:cNvPr>
          <p:cNvSpPr txBox="1"/>
          <p:nvPr/>
        </p:nvSpPr>
        <p:spPr>
          <a:xfrm>
            <a:off x="8525512" y="1743103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Obstacles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8419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109</Words>
  <Application>Microsoft Office PowerPoint</Application>
  <PresentationFormat>Widescreen</PresentationFormat>
  <Paragraphs>62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zzainal</dc:creator>
  <cp:lastModifiedBy>zzainal</cp:lastModifiedBy>
  <cp:revision>7</cp:revision>
  <dcterms:created xsi:type="dcterms:W3CDTF">2026-05-28T03:25:10Z</dcterms:created>
  <dcterms:modified xsi:type="dcterms:W3CDTF">2026-06-05T01:12:36Z</dcterms:modified>
</cp:coreProperties>
</file>