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3" r:id="rId3"/>
    <p:sldId id="264" r:id="rId4"/>
    <p:sldId id="265" r:id="rId5"/>
    <p:sldId id="266" r:id="rId6"/>
    <p:sldId id="267" r:id="rId7"/>
    <p:sldId id="268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ED9D8-3465-B313-F1C0-AB54E835E2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5F1AA1-8366-C3B9-1D32-963BFFC678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en-US" altLang="ja-JP"/>
              <a:t>Click to edit Master subtitle style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6E8825-CF08-53B5-8ABC-448CF4086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1595AD-7D57-E7BC-E86E-5B501C616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0CBF00-871B-3ADF-3BA0-F397F2DAB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9310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BC1C1-C52D-3265-1DB2-7B73739E0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DA675-D0F7-FB7C-2265-FC4C73691E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B75819-6B3B-4FD2-4937-7C883E4FA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74754B-A6C5-E66F-113D-7E8E770FD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B10522-5DF2-F195-5472-E0ED235C3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0849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6CF90-6BAC-5C6C-08FE-6EE289318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201B7F-00B4-9366-76A5-3DDF5F96B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B1F31C-588F-23CE-8880-20126A23A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D67E04-680E-212A-65A6-A16E6567E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36BBEA-467D-EB22-7A62-70A1D7C0D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9198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7B5C9-7E2E-DB54-4548-9C8DD6796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2F7864-48E2-E9A7-C1E6-8661EAFD59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E45C49-B1BB-8A9F-3954-87375A62F4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49BD7A-78B3-368B-C69C-11CE60F39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A8B910-159A-AA2D-2667-1A9ED9688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C2EDAC-D6E9-52F3-85BE-387B05BB9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44538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5ED89-8965-D6E1-C4AB-358206401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E9140B-70F5-B500-0170-1D70D8868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18B274-32BC-0AC2-3D8E-09C0AAE341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5332EC-E91D-CDDC-1016-462E5570B1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95F0A4-F868-8C96-D99D-55219141F9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F7BC70-E978-2AFF-F154-87F9A5FE7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7D0DA0-F214-3F1A-8754-DD3404F6A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0F7635-150B-C5A1-5BD2-06794A676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5277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5D821-B2FC-F115-7C22-CC575025B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AAB277-2D62-02C1-9720-16BBF3A1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614F3E-E3B8-017B-81F8-929C0E0F7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ABD439-5085-4C11-EABE-17F3DD7D2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9587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0DEF2B-8D5A-AA3C-B1CA-1707C8978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FDDF59-4399-A31D-19F4-530025F94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4BC01-0887-14FD-A244-5B9CEF1B0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2471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ECE1C-566B-5243-DBCE-952436AE7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62479-DDAC-53CA-0555-F8DB26764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85273E-F7FE-2AE0-2881-32E941FD4A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F3247D-3BE9-5808-EB37-EA54B48B4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E20273-A90C-9F62-DBB1-6B8ED1C96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BBB19B-C21C-8FAC-014B-A5E211DAA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4913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67C93-AA20-89E4-A740-8BEE73E7F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A389C2-A85C-2F3D-8727-057AAE6D19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3D0D3B-3108-07AD-59C3-AB171DB466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216E57-3EF0-7D4E-B5E3-AC5C1CEE2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6BCC79-A8D4-CC2B-65CC-4CBDAB184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FB966A-D024-8F8C-96D8-2C35449A6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5118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1C972-0496-606D-2FD0-B5A636A48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517907-3BA1-895C-792D-DA834BEB2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0EA24-8181-94A3-740E-F980628DA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934297-3479-C457-44CF-2EAC16992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9C8DE9-3C06-7DF0-B6B0-CE9B49CB6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3188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413FC6-474B-BD3C-38FA-076EBB1F81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00BB0C-96A0-6586-CD81-DCA45C5813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EE4B1-B6B8-D471-EBE8-126F63862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C2E344-8AC2-9EB0-03D6-A5FD1CD65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31D30-D930-0F71-9578-26DB61AC8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5221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323821-682A-516A-6EC0-3DA3426F8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F32A4C-90C6-4588-E4AF-DD52F1AF6B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0DBE94-38D4-B1EB-7DA5-D2F6034111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5BDE45-A43B-44ED-A8A4-A0BC352449A2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A47D9-F80A-75FE-399F-2D349D3656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51607-57C2-EF07-BD8B-E90B81CED4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52954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4CD43-E51A-B63A-9E24-95D89F17A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98A983-98BC-6FED-FB0C-960AB138CB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1911" y="1560865"/>
            <a:ext cx="5617009" cy="3448164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479AFF53-E6E1-44E5-6F9E-387ACA6240AB}"/>
              </a:ext>
            </a:extLst>
          </p:cNvPr>
          <p:cNvGrpSpPr/>
          <p:nvPr/>
        </p:nvGrpSpPr>
        <p:grpSpPr>
          <a:xfrm>
            <a:off x="4245732" y="2090687"/>
            <a:ext cx="3680579" cy="1823710"/>
            <a:chOff x="-361567" y="1320283"/>
            <a:chExt cx="3680579" cy="182371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DFEB6F0-A017-6382-C415-4B9372A340BD}"/>
                </a:ext>
              </a:extLst>
            </p:cNvPr>
            <p:cNvSpPr txBox="1"/>
            <p:nvPr/>
          </p:nvSpPr>
          <p:spPr>
            <a:xfrm>
              <a:off x="-361567" y="2882383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Tx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648A42A-2454-873C-3D89-3CCF133FA470}"/>
                </a:ext>
              </a:extLst>
            </p:cNvPr>
            <p:cNvSpPr txBox="1"/>
            <p:nvPr/>
          </p:nvSpPr>
          <p:spPr>
            <a:xfrm>
              <a:off x="2962658" y="1320283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Rx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7B3F760-9B17-6BA5-F58A-2A6F9DA49026}"/>
                </a:ext>
              </a:extLst>
            </p:cNvPr>
            <p:cNvSpPr txBox="1"/>
            <p:nvPr/>
          </p:nvSpPr>
          <p:spPr>
            <a:xfrm>
              <a:off x="1566412" y="1755487"/>
              <a:ext cx="556245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Wall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2682E75-4133-06B5-BB1B-F77A46F1A002}"/>
              </a:ext>
            </a:extLst>
          </p:cNvPr>
          <p:cNvCxnSpPr>
            <a:cxnSpLocks/>
          </p:cNvCxnSpPr>
          <p:nvPr/>
        </p:nvCxnSpPr>
        <p:spPr>
          <a:xfrm flipV="1">
            <a:off x="4683499" y="2818279"/>
            <a:ext cx="1762125" cy="79640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4489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42F46-0829-974C-BB26-08315D04A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3189701-2DC4-04D5-2EF0-41C8A4E659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6703" y="1289610"/>
            <a:ext cx="3180943" cy="45719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AF1B065-3BA0-598E-60E3-6F78984823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05528" y="1289610"/>
            <a:ext cx="3180943" cy="45719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104BB02-ECAF-3A6E-CCED-BF813728B5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24354" y="1287103"/>
            <a:ext cx="3180943" cy="4571997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1D25B63-80E8-6622-2D94-F2B83E2AAC02}"/>
              </a:ext>
            </a:extLst>
          </p:cNvPr>
          <p:cNvGrpSpPr/>
          <p:nvPr/>
        </p:nvGrpSpPr>
        <p:grpSpPr>
          <a:xfrm>
            <a:off x="1681660" y="1988547"/>
            <a:ext cx="1224636" cy="3094543"/>
            <a:chOff x="402594" y="481998"/>
            <a:chExt cx="1090776" cy="309454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F201561-8931-F99D-6952-C95B92FA66E5}"/>
                </a:ext>
              </a:extLst>
            </p:cNvPr>
            <p:cNvSpPr txBox="1"/>
            <p:nvPr/>
          </p:nvSpPr>
          <p:spPr>
            <a:xfrm>
              <a:off x="402594" y="3314931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Tx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CE77741-0486-3A1A-04D1-45805E4B84E3}"/>
                </a:ext>
              </a:extLst>
            </p:cNvPr>
            <p:cNvSpPr txBox="1"/>
            <p:nvPr/>
          </p:nvSpPr>
          <p:spPr>
            <a:xfrm>
              <a:off x="402594" y="481998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Rx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F22FE12-9FCC-E4C5-A31B-ADA73A5032D8}"/>
                </a:ext>
              </a:extLst>
            </p:cNvPr>
            <p:cNvSpPr txBox="1"/>
            <p:nvPr/>
          </p:nvSpPr>
          <p:spPr>
            <a:xfrm>
              <a:off x="937125" y="1967326"/>
              <a:ext cx="556245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Wall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1622FB55-AC76-F354-7B42-F77742A3165E}"/>
              </a:ext>
            </a:extLst>
          </p:cNvPr>
          <p:cNvGrpSpPr/>
          <p:nvPr/>
        </p:nvGrpSpPr>
        <p:grpSpPr>
          <a:xfrm>
            <a:off x="5348225" y="1988547"/>
            <a:ext cx="1224636" cy="3094543"/>
            <a:chOff x="402594" y="481998"/>
            <a:chExt cx="1090776" cy="3094543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962B4950-B8AB-82AA-4472-2E2B93E23F3D}"/>
                </a:ext>
              </a:extLst>
            </p:cNvPr>
            <p:cNvSpPr txBox="1"/>
            <p:nvPr/>
          </p:nvSpPr>
          <p:spPr>
            <a:xfrm>
              <a:off x="402594" y="3314931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Tx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873B923B-1D35-6AEF-22BE-080176B6BF76}"/>
                </a:ext>
              </a:extLst>
            </p:cNvPr>
            <p:cNvSpPr txBox="1"/>
            <p:nvPr/>
          </p:nvSpPr>
          <p:spPr>
            <a:xfrm>
              <a:off x="402594" y="481998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Rx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B7DF238-2418-77AA-807E-393982712781}"/>
                </a:ext>
              </a:extLst>
            </p:cNvPr>
            <p:cNvSpPr txBox="1"/>
            <p:nvPr/>
          </p:nvSpPr>
          <p:spPr>
            <a:xfrm>
              <a:off x="937125" y="1967326"/>
              <a:ext cx="556245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Wall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74DA2A66-C841-7670-4327-9DAF28CB7A28}"/>
              </a:ext>
            </a:extLst>
          </p:cNvPr>
          <p:cNvGrpSpPr/>
          <p:nvPr/>
        </p:nvGrpSpPr>
        <p:grpSpPr>
          <a:xfrm>
            <a:off x="9096680" y="1988547"/>
            <a:ext cx="1224636" cy="3094543"/>
            <a:chOff x="402594" y="481998"/>
            <a:chExt cx="1090776" cy="3094543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C9554B0F-B71F-FDE9-2430-6BCDC36BDFFA}"/>
                </a:ext>
              </a:extLst>
            </p:cNvPr>
            <p:cNvSpPr txBox="1"/>
            <p:nvPr/>
          </p:nvSpPr>
          <p:spPr>
            <a:xfrm>
              <a:off x="402594" y="3314931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Tx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02175D1F-A523-8371-E0E4-77D57C29E4CE}"/>
                </a:ext>
              </a:extLst>
            </p:cNvPr>
            <p:cNvSpPr txBox="1"/>
            <p:nvPr/>
          </p:nvSpPr>
          <p:spPr>
            <a:xfrm>
              <a:off x="402594" y="481998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Rx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BB67FD55-A59B-F83D-B4F1-9FAC4F7CFBAA}"/>
                </a:ext>
              </a:extLst>
            </p:cNvPr>
            <p:cNvSpPr txBox="1"/>
            <p:nvPr/>
          </p:nvSpPr>
          <p:spPr>
            <a:xfrm>
              <a:off x="937125" y="1967326"/>
              <a:ext cx="556245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Wall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7537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D1FEB-72D1-DEDD-23F5-5BDE8BE13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A964C8E-E0C2-E504-7E4D-3B4A21F3D0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6703" y="1289610"/>
            <a:ext cx="3180942" cy="45719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74846CB-6474-3EEE-2D95-7C7D778778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05528" y="1289610"/>
            <a:ext cx="3180942" cy="45719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58D3397-6C24-5842-B12B-409394864F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24354" y="1287103"/>
            <a:ext cx="3180942" cy="4571997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D7405715-E510-67E0-002A-B41166939FEE}"/>
              </a:ext>
            </a:extLst>
          </p:cNvPr>
          <p:cNvGrpSpPr/>
          <p:nvPr/>
        </p:nvGrpSpPr>
        <p:grpSpPr>
          <a:xfrm>
            <a:off x="1681660" y="1988547"/>
            <a:ext cx="1224636" cy="3094543"/>
            <a:chOff x="402594" y="481998"/>
            <a:chExt cx="1090776" cy="309454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863CE5B-AA4C-A572-92D6-52F20FD150BA}"/>
                </a:ext>
              </a:extLst>
            </p:cNvPr>
            <p:cNvSpPr txBox="1"/>
            <p:nvPr/>
          </p:nvSpPr>
          <p:spPr>
            <a:xfrm>
              <a:off x="402594" y="3314931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Tx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8B1440E-00D0-18FA-D5E0-36CE69A72762}"/>
                </a:ext>
              </a:extLst>
            </p:cNvPr>
            <p:cNvSpPr txBox="1"/>
            <p:nvPr/>
          </p:nvSpPr>
          <p:spPr>
            <a:xfrm>
              <a:off x="402594" y="481998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Rx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F38F744-8861-2534-1DBB-ED3A3207C8BB}"/>
                </a:ext>
              </a:extLst>
            </p:cNvPr>
            <p:cNvSpPr txBox="1"/>
            <p:nvPr/>
          </p:nvSpPr>
          <p:spPr>
            <a:xfrm>
              <a:off x="937125" y="1967326"/>
              <a:ext cx="556245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Wall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93B79DCC-DA68-0413-3499-E596FB17025D}"/>
              </a:ext>
            </a:extLst>
          </p:cNvPr>
          <p:cNvGrpSpPr/>
          <p:nvPr/>
        </p:nvGrpSpPr>
        <p:grpSpPr>
          <a:xfrm>
            <a:off x="5348225" y="1988547"/>
            <a:ext cx="1224636" cy="3094543"/>
            <a:chOff x="402594" y="481998"/>
            <a:chExt cx="1090776" cy="3094543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4F9BB663-00F4-CBDB-820D-837EC40AC6D0}"/>
                </a:ext>
              </a:extLst>
            </p:cNvPr>
            <p:cNvSpPr txBox="1"/>
            <p:nvPr/>
          </p:nvSpPr>
          <p:spPr>
            <a:xfrm>
              <a:off x="402594" y="3314931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Tx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C7BBD2AE-625C-4539-26F8-7C8EAFA12785}"/>
                </a:ext>
              </a:extLst>
            </p:cNvPr>
            <p:cNvSpPr txBox="1"/>
            <p:nvPr/>
          </p:nvSpPr>
          <p:spPr>
            <a:xfrm>
              <a:off x="402594" y="481998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Rx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6DCCACFD-CB3F-D70B-189D-9DF6FA98802C}"/>
                </a:ext>
              </a:extLst>
            </p:cNvPr>
            <p:cNvSpPr txBox="1"/>
            <p:nvPr/>
          </p:nvSpPr>
          <p:spPr>
            <a:xfrm>
              <a:off x="937125" y="1967326"/>
              <a:ext cx="556245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Wall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64C175CC-A74A-CC3C-7FBB-956927B51D3F}"/>
              </a:ext>
            </a:extLst>
          </p:cNvPr>
          <p:cNvGrpSpPr/>
          <p:nvPr/>
        </p:nvGrpSpPr>
        <p:grpSpPr>
          <a:xfrm>
            <a:off x="9096680" y="1988547"/>
            <a:ext cx="1224636" cy="3094543"/>
            <a:chOff x="402594" y="481998"/>
            <a:chExt cx="1090776" cy="3094543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6A1F3090-90D5-1680-6337-1C2B4C10032D}"/>
                </a:ext>
              </a:extLst>
            </p:cNvPr>
            <p:cNvSpPr txBox="1"/>
            <p:nvPr/>
          </p:nvSpPr>
          <p:spPr>
            <a:xfrm>
              <a:off x="402594" y="3314931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Tx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D335C65-D74B-9998-9798-05F812F73734}"/>
                </a:ext>
              </a:extLst>
            </p:cNvPr>
            <p:cNvSpPr txBox="1"/>
            <p:nvPr/>
          </p:nvSpPr>
          <p:spPr>
            <a:xfrm>
              <a:off x="402594" y="481998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Rx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DC45F968-741B-E689-3DF0-67552F1F4337}"/>
                </a:ext>
              </a:extLst>
            </p:cNvPr>
            <p:cNvSpPr txBox="1"/>
            <p:nvPr/>
          </p:nvSpPr>
          <p:spPr>
            <a:xfrm>
              <a:off x="937125" y="1967326"/>
              <a:ext cx="556245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Wall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99786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366EC-346C-7149-B47E-1A3CCEB8C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6DFC4A2-6A84-578E-A514-3E5ADD1862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6703" y="1289610"/>
            <a:ext cx="3180942" cy="45719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8F54616-D45A-5FDA-2BCD-06D897FF08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05528" y="1289610"/>
            <a:ext cx="3180942" cy="45719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3368A5-348F-E93F-A1CE-AB6FED2411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24354" y="1287103"/>
            <a:ext cx="3180942" cy="4571996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56631630-0D67-81AF-B016-80CB02F10DDB}"/>
              </a:ext>
            </a:extLst>
          </p:cNvPr>
          <p:cNvGrpSpPr/>
          <p:nvPr/>
        </p:nvGrpSpPr>
        <p:grpSpPr>
          <a:xfrm>
            <a:off x="1681660" y="1988547"/>
            <a:ext cx="1224636" cy="3094543"/>
            <a:chOff x="402594" y="481998"/>
            <a:chExt cx="1090776" cy="309454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4356D51-99A2-3A4C-80AA-1CDA17FD5687}"/>
                </a:ext>
              </a:extLst>
            </p:cNvPr>
            <p:cNvSpPr txBox="1"/>
            <p:nvPr/>
          </p:nvSpPr>
          <p:spPr>
            <a:xfrm>
              <a:off x="402594" y="3314931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Tx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1477622-AAED-FDCA-643F-B8F29210846F}"/>
                </a:ext>
              </a:extLst>
            </p:cNvPr>
            <p:cNvSpPr txBox="1"/>
            <p:nvPr/>
          </p:nvSpPr>
          <p:spPr>
            <a:xfrm>
              <a:off x="402594" y="481998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Rx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645F103-1286-F478-337B-12CC8E9C71A4}"/>
                </a:ext>
              </a:extLst>
            </p:cNvPr>
            <p:cNvSpPr txBox="1"/>
            <p:nvPr/>
          </p:nvSpPr>
          <p:spPr>
            <a:xfrm>
              <a:off x="937125" y="1967326"/>
              <a:ext cx="556245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Wall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156EC039-DA06-45C7-ED23-F2467C758598}"/>
              </a:ext>
            </a:extLst>
          </p:cNvPr>
          <p:cNvGrpSpPr/>
          <p:nvPr/>
        </p:nvGrpSpPr>
        <p:grpSpPr>
          <a:xfrm>
            <a:off x="5348225" y="1988547"/>
            <a:ext cx="1224636" cy="3094543"/>
            <a:chOff x="402594" y="481998"/>
            <a:chExt cx="1090776" cy="3094543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C22DC00A-9AF2-1346-073E-093D207821FE}"/>
                </a:ext>
              </a:extLst>
            </p:cNvPr>
            <p:cNvSpPr txBox="1"/>
            <p:nvPr/>
          </p:nvSpPr>
          <p:spPr>
            <a:xfrm>
              <a:off x="402594" y="3314931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Tx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FBD90AF0-3D1D-55D8-455E-B4A4490E8338}"/>
                </a:ext>
              </a:extLst>
            </p:cNvPr>
            <p:cNvSpPr txBox="1"/>
            <p:nvPr/>
          </p:nvSpPr>
          <p:spPr>
            <a:xfrm>
              <a:off x="402594" y="481998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Rx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5C6E4185-C9D1-5048-B266-91EFD846E52F}"/>
                </a:ext>
              </a:extLst>
            </p:cNvPr>
            <p:cNvSpPr txBox="1"/>
            <p:nvPr/>
          </p:nvSpPr>
          <p:spPr>
            <a:xfrm>
              <a:off x="937125" y="1967326"/>
              <a:ext cx="556245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Wall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08A7F561-6C7E-11E9-6822-B0338C9453A9}"/>
              </a:ext>
            </a:extLst>
          </p:cNvPr>
          <p:cNvGrpSpPr/>
          <p:nvPr/>
        </p:nvGrpSpPr>
        <p:grpSpPr>
          <a:xfrm>
            <a:off x="9096680" y="1988547"/>
            <a:ext cx="1224636" cy="3094543"/>
            <a:chOff x="402594" y="481998"/>
            <a:chExt cx="1090776" cy="3094543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22490FC9-2171-BFED-8141-EED6D9AF556E}"/>
                </a:ext>
              </a:extLst>
            </p:cNvPr>
            <p:cNvSpPr txBox="1"/>
            <p:nvPr/>
          </p:nvSpPr>
          <p:spPr>
            <a:xfrm>
              <a:off x="402594" y="3314931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Tx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72CC403F-D348-DC61-78B5-66E078969571}"/>
                </a:ext>
              </a:extLst>
            </p:cNvPr>
            <p:cNvSpPr txBox="1"/>
            <p:nvPr/>
          </p:nvSpPr>
          <p:spPr>
            <a:xfrm>
              <a:off x="402594" y="481998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Rx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640CD90A-310A-5A0A-F624-F54A4B006830}"/>
                </a:ext>
              </a:extLst>
            </p:cNvPr>
            <p:cNvSpPr txBox="1"/>
            <p:nvPr/>
          </p:nvSpPr>
          <p:spPr>
            <a:xfrm>
              <a:off x="937125" y="1967326"/>
              <a:ext cx="556245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Wall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7760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D0CD3-8AC1-7EE6-624E-B3CFC5B46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2C0F3F5-6EF6-01A2-E6CA-CDE270C9FD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6703" y="1289610"/>
            <a:ext cx="3180941" cy="45719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4AE9615-F5CB-8140-0287-F58B2E3A9D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05528" y="1289610"/>
            <a:ext cx="3180941" cy="45719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34E1358-C50A-E6F6-069B-9A5B5A7C7E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24354" y="1287103"/>
            <a:ext cx="3180941" cy="4571996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4B55C3C6-4E95-0575-980A-C94E1A29FFCD}"/>
              </a:ext>
            </a:extLst>
          </p:cNvPr>
          <p:cNvGrpSpPr/>
          <p:nvPr/>
        </p:nvGrpSpPr>
        <p:grpSpPr>
          <a:xfrm>
            <a:off x="1681660" y="1988547"/>
            <a:ext cx="1224636" cy="3094543"/>
            <a:chOff x="402594" y="481998"/>
            <a:chExt cx="1090776" cy="309454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EAA81E2-7D0A-16B0-C347-FCB391429263}"/>
                </a:ext>
              </a:extLst>
            </p:cNvPr>
            <p:cNvSpPr txBox="1"/>
            <p:nvPr/>
          </p:nvSpPr>
          <p:spPr>
            <a:xfrm>
              <a:off x="402594" y="3314931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Tx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2D9B8AF-CFAC-B4D0-645D-2752D038FB48}"/>
                </a:ext>
              </a:extLst>
            </p:cNvPr>
            <p:cNvSpPr txBox="1"/>
            <p:nvPr/>
          </p:nvSpPr>
          <p:spPr>
            <a:xfrm>
              <a:off x="402594" y="481998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Rx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D4E0218-C489-3149-EF01-82E415EB73C0}"/>
                </a:ext>
              </a:extLst>
            </p:cNvPr>
            <p:cNvSpPr txBox="1"/>
            <p:nvPr/>
          </p:nvSpPr>
          <p:spPr>
            <a:xfrm>
              <a:off x="937125" y="1967326"/>
              <a:ext cx="556245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Wall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4F87FDF8-DBD1-8A26-F7E2-B943CD3A0A1D}"/>
              </a:ext>
            </a:extLst>
          </p:cNvPr>
          <p:cNvGrpSpPr/>
          <p:nvPr/>
        </p:nvGrpSpPr>
        <p:grpSpPr>
          <a:xfrm>
            <a:off x="5348225" y="1988547"/>
            <a:ext cx="1224636" cy="3094543"/>
            <a:chOff x="402594" y="481998"/>
            <a:chExt cx="1090776" cy="3094543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3D7A5A2C-C5B8-0AE9-3E3D-E683304E6CC7}"/>
                </a:ext>
              </a:extLst>
            </p:cNvPr>
            <p:cNvSpPr txBox="1"/>
            <p:nvPr/>
          </p:nvSpPr>
          <p:spPr>
            <a:xfrm>
              <a:off x="402594" y="3314931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Tx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2D783755-77E9-B83D-70B6-2F84F394DFB6}"/>
                </a:ext>
              </a:extLst>
            </p:cNvPr>
            <p:cNvSpPr txBox="1"/>
            <p:nvPr/>
          </p:nvSpPr>
          <p:spPr>
            <a:xfrm>
              <a:off x="402594" y="481998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Rx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690FE5A1-ECE9-5FDA-66EF-28A58596ED59}"/>
                </a:ext>
              </a:extLst>
            </p:cNvPr>
            <p:cNvSpPr txBox="1"/>
            <p:nvPr/>
          </p:nvSpPr>
          <p:spPr>
            <a:xfrm>
              <a:off x="937125" y="1967326"/>
              <a:ext cx="556245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Wall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E08C2C7F-BC42-E9A3-7659-3D709F2B448C}"/>
              </a:ext>
            </a:extLst>
          </p:cNvPr>
          <p:cNvGrpSpPr/>
          <p:nvPr/>
        </p:nvGrpSpPr>
        <p:grpSpPr>
          <a:xfrm>
            <a:off x="9096680" y="1988547"/>
            <a:ext cx="1224636" cy="3094543"/>
            <a:chOff x="402594" y="481998"/>
            <a:chExt cx="1090776" cy="3094543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2D04548E-ADAB-98B7-61C7-D9EF9718B33D}"/>
                </a:ext>
              </a:extLst>
            </p:cNvPr>
            <p:cNvSpPr txBox="1"/>
            <p:nvPr/>
          </p:nvSpPr>
          <p:spPr>
            <a:xfrm>
              <a:off x="402594" y="3314931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Tx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151911B9-55A7-2123-E223-37C74483348B}"/>
                </a:ext>
              </a:extLst>
            </p:cNvPr>
            <p:cNvSpPr txBox="1"/>
            <p:nvPr/>
          </p:nvSpPr>
          <p:spPr>
            <a:xfrm>
              <a:off x="402594" y="481998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Rx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9B6BCFD3-1BBF-246E-DBD6-BA7524FA5D48}"/>
                </a:ext>
              </a:extLst>
            </p:cNvPr>
            <p:cNvSpPr txBox="1"/>
            <p:nvPr/>
          </p:nvSpPr>
          <p:spPr>
            <a:xfrm>
              <a:off x="937125" y="1967326"/>
              <a:ext cx="556245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Wall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507699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3CCB4-58E7-2CAA-F203-33E61E4EC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A354FE7-310F-800B-8523-A995D619A6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4113" y="1188715"/>
            <a:ext cx="7223774" cy="4480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078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52A59-DC65-46DE-CF3D-9B9C98145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2B4EBF-3D83-5814-7233-D8700B8493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7133" y="932518"/>
            <a:ext cx="4577733" cy="546828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DBCBC9B-D31F-BEB0-B3FA-F5693A1C2F20}"/>
              </a:ext>
            </a:extLst>
          </p:cNvPr>
          <p:cNvSpPr/>
          <p:nvPr/>
        </p:nvSpPr>
        <p:spPr>
          <a:xfrm>
            <a:off x="3845858" y="3056966"/>
            <a:ext cx="4509248" cy="277906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635700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39</Words>
  <Application>Microsoft Office PowerPoint</Application>
  <PresentationFormat>Widescreen</PresentationFormat>
  <Paragraphs>39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游ゴシック</vt:lpstr>
      <vt:lpstr>游ゴシック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zzainal</dc:creator>
  <cp:lastModifiedBy>zzainal</cp:lastModifiedBy>
  <cp:revision>3</cp:revision>
  <dcterms:created xsi:type="dcterms:W3CDTF">2026-05-28T03:25:10Z</dcterms:created>
  <dcterms:modified xsi:type="dcterms:W3CDTF">2026-05-28T09:37:51Z</dcterms:modified>
</cp:coreProperties>
</file>