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D9D8-3465-B313-F1C0-AB54E835E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F1AA1-8366-C3B9-1D32-963BFFC6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E8825-CF08-53B5-8ABC-448CF408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595AD-7D57-E7BC-E86E-5B501C61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CBF00-871B-3ADF-3BA0-F397F2DA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31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C1C1-C52D-3265-1DB2-7B73739E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A675-D0F7-FB7C-2265-FC4C73691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75819-6B3B-4FD2-4937-7C883E4F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754B-A6C5-E66F-113D-7E8E770F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0522-5DF2-F195-5472-E0ED235C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84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CF90-6BAC-5C6C-08FE-6EE28931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01B7F-00B4-9366-76A5-3DDF5F96B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1F31C-588F-23CE-8880-20126A23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67E04-680E-212A-65A6-A16E6567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6BBEA-467D-EB22-7A62-70A1D7C0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19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B5C9-7E2E-DB54-4548-9C8DD679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F7864-48E2-E9A7-C1E6-8661EAFD5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45C49-B1BB-8A9F-3954-87375A62F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9BD7A-78B3-368B-C69C-11CE60F3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8B910-159A-AA2D-2667-1A9ED968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2EDAC-D6E9-52F3-85BE-387B05BB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53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ED89-8965-D6E1-C4AB-35820640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9140B-70F5-B500-0170-1D70D886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B274-32BC-0AC2-3D8E-09C0AAE34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332EC-E91D-CDDC-1016-462E5570B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5F0A4-F868-8C96-D99D-55219141F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7BC70-E978-2AFF-F154-87F9A5FE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D0DA0-F214-3F1A-8754-DD3404F6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F7635-150B-C5A1-5BD2-06794A67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277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D821-B2FC-F115-7C22-CC575025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AB277-2D62-02C1-9720-16BBF3A1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14F3E-E3B8-017B-81F8-929C0E0F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BD439-5085-4C11-EABE-17F3DD7D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58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DEF2B-8D5A-AA3C-B1CA-1707C897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DDF59-4399-A31D-19F4-530025F9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BC01-0887-14FD-A244-5B9CEF1B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47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CE1C-566B-5243-DBCE-952436AE7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62479-DDAC-53CA-0555-F8DB2676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5273E-F7FE-2AE0-2881-32E941FD4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247D-3BE9-5808-EB37-EA54B48B4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20273-A90C-9F62-DBB1-6B8ED1C9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BB19B-C21C-8FAC-014B-A5E211DA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491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7C93-AA20-89E4-A740-8BEE73E7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389C2-A85C-2F3D-8727-057AAE6D1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D0D3B-3108-07AD-59C3-AB171DB46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16E57-3EF0-7D4E-B5E3-AC5C1CEE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BCC79-A8D4-CC2B-65CC-4CBDAB18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B966A-D024-8F8C-96D8-2C35449A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11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C972-0496-606D-2FD0-B5A636A4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17907-3BA1-895C-792D-DA834BEB2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0EA24-8181-94A3-740E-F980628D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34297-3479-C457-44CF-2EAC1699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8DE9-3C06-7DF0-B6B0-CE9B49CB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18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13FC6-474B-BD3C-38FA-076EBB1F8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0BB0C-96A0-6586-CD81-DCA45C581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E4B1-B6B8-D471-EBE8-126F6386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2E344-8AC2-9EB0-03D6-A5FD1CD6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1D30-D930-0F71-9578-26DB61AC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2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23821-682A-516A-6EC0-3DA3426F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32A4C-90C6-4588-E4AF-DD52F1AF6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DBE94-38D4-B1EB-7DA5-D2F603411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A47D9-F80A-75FE-399F-2D349D365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51607-57C2-EF07-BD8B-E90B81CED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295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4CD43-E51A-B63A-9E24-95D89F17A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98A983-98BC-6FED-FB0C-960AB138C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911" y="1560865"/>
            <a:ext cx="5617009" cy="344816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79AFF53-E6E1-44E5-6F9E-387ACA6240AB}"/>
              </a:ext>
            </a:extLst>
          </p:cNvPr>
          <p:cNvGrpSpPr/>
          <p:nvPr/>
        </p:nvGrpSpPr>
        <p:grpSpPr>
          <a:xfrm>
            <a:off x="4245732" y="2090687"/>
            <a:ext cx="3680579" cy="1823710"/>
            <a:chOff x="-361567" y="1320283"/>
            <a:chExt cx="3680579" cy="18237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DFEB6F0-A017-6382-C415-4B9372A340BD}"/>
                </a:ext>
              </a:extLst>
            </p:cNvPr>
            <p:cNvSpPr txBox="1"/>
            <p:nvPr/>
          </p:nvSpPr>
          <p:spPr>
            <a:xfrm>
              <a:off x="-361567" y="28823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48A42A-2454-873C-3D89-3CCF133FA470}"/>
                </a:ext>
              </a:extLst>
            </p:cNvPr>
            <p:cNvSpPr txBox="1"/>
            <p:nvPr/>
          </p:nvSpPr>
          <p:spPr>
            <a:xfrm>
              <a:off x="2962658" y="13202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B3F760-9B17-6BA5-F58A-2A6F9DA49026}"/>
                </a:ext>
              </a:extLst>
            </p:cNvPr>
            <p:cNvSpPr txBox="1"/>
            <p:nvPr/>
          </p:nvSpPr>
          <p:spPr>
            <a:xfrm>
              <a:off x="1566412" y="175548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682E75-4133-06B5-BB1B-F77A46F1A002}"/>
              </a:ext>
            </a:extLst>
          </p:cNvPr>
          <p:cNvCxnSpPr>
            <a:cxnSpLocks/>
          </p:cNvCxnSpPr>
          <p:nvPr/>
        </p:nvCxnSpPr>
        <p:spPr>
          <a:xfrm flipV="1">
            <a:off x="4683499" y="2818279"/>
            <a:ext cx="1762125" cy="79640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48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226C3-772D-D89F-220B-D1DD61ABE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D3C62C-21A7-6198-23CD-C7C63EF54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492623"/>
            <a:ext cx="5703501" cy="36575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F7F16E-45C9-9E71-2830-47B1F416C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65471" y="1492623"/>
            <a:ext cx="5703501" cy="3657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0956E8-DC86-32E4-FD1B-69B0614329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30942" y="1492623"/>
            <a:ext cx="5703501" cy="365759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614D023-887C-1060-8C75-E71198B2F088}"/>
              </a:ext>
            </a:extLst>
          </p:cNvPr>
          <p:cNvGrpSpPr/>
          <p:nvPr/>
        </p:nvGrpSpPr>
        <p:grpSpPr>
          <a:xfrm>
            <a:off x="731010" y="1935487"/>
            <a:ext cx="2884057" cy="2478032"/>
            <a:chOff x="731010" y="2195464"/>
            <a:chExt cx="2884057" cy="24780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2ADE71-DA23-F7D1-5724-E77C022CA5BC}"/>
                </a:ext>
              </a:extLst>
            </p:cNvPr>
            <p:cNvSpPr txBox="1"/>
            <p:nvPr/>
          </p:nvSpPr>
          <p:spPr>
            <a:xfrm>
              <a:off x="1796693" y="2195464"/>
              <a:ext cx="18183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Concrete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8AC4542-C357-B54E-B8C4-F71C50B536CA}"/>
                </a:ext>
              </a:extLst>
            </p:cNvPr>
            <p:cNvGrpSpPr/>
            <p:nvPr/>
          </p:nvGrpSpPr>
          <p:grpSpPr>
            <a:xfrm>
              <a:off x="731010" y="2835879"/>
              <a:ext cx="2724153" cy="1837617"/>
              <a:chOff x="731010" y="1769079"/>
              <a:chExt cx="2724153" cy="1837617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3802F0-BA70-F154-E78D-863DF5D3D48F}"/>
                  </a:ext>
                </a:extLst>
              </p:cNvPr>
              <p:cNvSpPr txBox="1"/>
              <p:nvPr/>
            </p:nvSpPr>
            <p:spPr>
              <a:xfrm>
                <a:off x="731010" y="3345086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7EEEA1B-A21D-6E4D-CF7C-6900AF9F7651}"/>
                  </a:ext>
                </a:extLst>
              </p:cNvPr>
              <p:cNvSpPr txBox="1"/>
              <p:nvPr/>
            </p:nvSpPr>
            <p:spPr>
              <a:xfrm>
                <a:off x="3098809" y="1769079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904686C-2D0B-AB8B-1BEA-22C5074DFBA8}"/>
                  </a:ext>
                </a:extLst>
              </p:cNvPr>
              <p:cNvSpPr txBox="1"/>
              <p:nvPr/>
            </p:nvSpPr>
            <p:spPr>
              <a:xfrm>
                <a:off x="2149118" y="2149934"/>
                <a:ext cx="556245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Wall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6B1624F-5148-9EA0-2DC4-6E48870CFB5E}"/>
              </a:ext>
            </a:extLst>
          </p:cNvPr>
          <p:cNvGrpSpPr/>
          <p:nvPr/>
        </p:nvGrpSpPr>
        <p:grpSpPr>
          <a:xfrm>
            <a:off x="4715271" y="1930007"/>
            <a:ext cx="2884057" cy="2478032"/>
            <a:chOff x="731010" y="2195464"/>
            <a:chExt cx="2884057" cy="24780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2EF6F89-ABE7-76C8-B9FA-AA78E06A9654}"/>
                </a:ext>
              </a:extLst>
            </p:cNvPr>
            <p:cNvSpPr txBox="1"/>
            <p:nvPr/>
          </p:nvSpPr>
          <p:spPr>
            <a:xfrm>
              <a:off x="1796693" y="2195464"/>
              <a:ext cx="18183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400" dirty="0">
                  <a:latin typeface="Arial" panose="020B0604020202020204" pitchFamily="34" charset="0"/>
                  <a:cs typeface="Arial" panose="020B0604020202020204" pitchFamily="34" charset="0"/>
                </a:rPr>
                <a:t>Brick</a:t>
              </a:r>
              <a:endParaRPr lang="ja-JP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9DDE67D-4AF8-FB1C-6F34-28CB193BB753}"/>
                </a:ext>
              </a:extLst>
            </p:cNvPr>
            <p:cNvGrpSpPr/>
            <p:nvPr/>
          </p:nvGrpSpPr>
          <p:grpSpPr>
            <a:xfrm>
              <a:off x="731010" y="2835879"/>
              <a:ext cx="2724153" cy="1837617"/>
              <a:chOff x="731010" y="1769079"/>
              <a:chExt cx="2724153" cy="1837617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365D6A-6BDD-89D0-23D9-A8B027A92AE6}"/>
                  </a:ext>
                </a:extLst>
              </p:cNvPr>
              <p:cNvSpPr txBox="1"/>
              <p:nvPr/>
            </p:nvSpPr>
            <p:spPr>
              <a:xfrm>
                <a:off x="731010" y="3345086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82CB61-FAA9-758B-209D-B3A58833F41F}"/>
                  </a:ext>
                </a:extLst>
              </p:cNvPr>
              <p:cNvSpPr txBox="1"/>
              <p:nvPr/>
            </p:nvSpPr>
            <p:spPr>
              <a:xfrm>
                <a:off x="3098809" y="1769079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816F7F-CE26-516D-B34C-29D30FEBA7A9}"/>
                  </a:ext>
                </a:extLst>
              </p:cNvPr>
              <p:cNvSpPr txBox="1"/>
              <p:nvPr/>
            </p:nvSpPr>
            <p:spPr>
              <a:xfrm>
                <a:off x="2149118" y="2149934"/>
                <a:ext cx="556245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Wall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AFE3E8-0648-8E56-75FB-BF184C933E9C}"/>
              </a:ext>
            </a:extLst>
          </p:cNvPr>
          <p:cNvGrpSpPr/>
          <p:nvPr/>
        </p:nvGrpSpPr>
        <p:grpSpPr>
          <a:xfrm>
            <a:off x="8718461" y="1930007"/>
            <a:ext cx="2884057" cy="2478032"/>
            <a:chOff x="731010" y="2195464"/>
            <a:chExt cx="2884057" cy="24780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FB60AB-5F40-275E-EEAC-D27A436474AE}"/>
                </a:ext>
              </a:extLst>
            </p:cNvPr>
            <p:cNvSpPr txBox="1"/>
            <p:nvPr/>
          </p:nvSpPr>
          <p:spPr>
            <a:xfrm>
              <a:off x="1796693" y="2195464"/>
              <a:ext cx="18183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400" dirty="0">
                  <a:latin typeface="Arial" panose="020B0604020202020204" pitchFamily="34" charset="0"/>
                  <a:cs typeface="Arial" panose="020B0604020202020204" pitchFamily="34" charset="0"/>
                </a:rPr>
                <a:t>Wood</a:t>
              </a:r>
              <a:endParaRPr lang="ja-JP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C65215C-BFB9-F88B-4EFB-58EC672C5C33}"/>
                </a:ext>
              </a:extLst>
            </p:cNvPr>
            <p:cNvGrpSpPr/>
            <p:nvPr/>
          </p:nvGrpSpPr>
          <p:grpSpPr>
            <a:xfrm>
              <a:off x="731010" y="2835879"/>
              <a:ext cx="2724153" cy="1837617"/>
              <a:chOff x="731010" y="1769079"/>
              <a:chExt cx="2724153" cy="1837617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AA68CFC-FCCE-AEC1-D96A-D9D5644E5434}"/>
                  </a:ext>
                </a:extLst>
              </p:cNvPr>
              <p:cNvSpPr txBox="1"/>
              <p:nvPr/>
            </p:nvSpPr>
            <p:spPr>
              <a:xfrm>
                <a:off x="731010" y="3345086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2D1FC7-E406-E493-ED96-5AE2294E359B}"/>
                  </a:ext>
                </a:extLst>
              </p:cNvPr>
              <p:cNvSpPr txBox="1"/>
              <p:nvPr/>
            </p:nvSpPr>
            <p:spPr>
              <a:xfrm>
                <a:off x="3098809" y="1769079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A248247-A45B-97C9-1EF5-92B81B1985CB}"/>
                  </a:ext>
                </a:extLst>
              </p:cNvPr>
              <p:cNvSpPr txBox="1"/>
              <p:nvPr/>
            </p:nvSpPr>
            <p:spPr>
              <a:xfrm>
                <a:off x="2149118" y="2149934"/>
                <a:ext cx="556245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Wall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3217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3F7B-B494-F42D-0132-08D2FF23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52EAC9-0579-F325-0770-A5E8B3695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492623"/>
            <a:ext cx="5703501" cy="36575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CB40F5-DB15-DF38-9E58-8FB86C44CD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65471" y="1492623"/>
            <a:ext cx="5703501" cy="3657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AE3A59-7DCF-6C47-6FF7-43BCCED150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30942" y="1492623"/>
            <a:ext cx="5703501" cy="365759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C617CFD-610C-1FE7-47EA-17F8045BD0C3}"/>
              </a:ext>
            </a:extLst>
          </p:cNvPr>
          <p:cNvGrpSpPr/>
          <p:nvPr/>
        </p:nvGrpSpPr>
        <p:grpSpPr>
          <a:xfrm>
            <a:off x="731010" y="1935487"/>
            <a:ext cx="2884057" cy="2478032"/>
            <a:chOff x="731010" y="2195464"/>
            <a:chExt cx="2884057" cy="24780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92B11B2-F4FB-BA57-5DBA-52EED97FDA7C}"/>
                </a:ext>
              </a:extLst>
            </p:cNvPr>
            <p:cNvSpPr txBox="1"/>
            <p:nvPr/>
          </p:nvSpPr>
          <p:spPr>
            <a:xfrm>
              <a:off x="1796693" y="2195464"/>
              <a:ext cx="18183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400" dirty="0">
                  <a:latin typeface="Arial" panose="020B0604020202020204" pitchFamily="34" charset="0"/>
                  <a:cs typeface="Arial" panose="020B0604020202020204" pitchFamily="34" charset="0"/>
                </a:rPr>
                <a:t>Glass</a:t>
              </a:r>
              <a:endParaRPr lang="ja-JP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7C615EA-2948-FD33-D103-7E01C1DC3AC7}"/>
                </a:ext>
              </a:extLst>
            </p:cNvPr>
            <p:cNvGrpSpPr/>
            <p:nvPr/>
          </p:nvGrpSpPr>
          <p:grpSpPr>
            <a:xfrm>
              <a:off x="731010" y="2835879"/>
              <a:ext cx="2724153" cy="1837617"/>
              <a:chOff x="731010" y="1769079"/>
              <a:chExt cx="2724153" cy="1837617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F820EAA-1B9A-8F59-846D-3185D95A0C82}"/>
                  </a:ext>
                </a:extLst>
              </p:cNvPr>
              <p:cNvSpPr txBox="1"/>
              <p:nvPr/>
            </p:nvSpPr>
            <p:spPr>
              <a:xfrm>
                <a:off x="731010" y="3345086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BFF3F03-BA42-E2CB-1D9B-8E9EFA590ABC}"/>
                  </a:ext>
                </a:extLst>
              </p:cNvPr>
              <p:cNvSpPr txBox="1"/>
              <p:nvPr/>
            </p:nvSpPr>
            <p:spPr>
              <a:xfrm>
                <a:off x="3098809" y="1769079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0B7AA73-0004-4B61-F211-85CDCDC86B32}"/>
                  </a:ext>
                </a:extLst>
              </p:cNvPr>
              <p:cNvSpPr txBox="1"/>
              <p:nvPr/>
            </p:nvSpPr>
            <p:spPr>
              <a:xfrm>
                <a:off x="2149118" y="2149934"/>
                <a:ext cx="556245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Wall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F8349CD-DDCC-2B65-C0A6-9EE1EBF1EAF7}"/>
              </a:ext>
            </a:extLst>
          </p:cNvPr>
          <p:cNvGrpSpPr/>
          <p:nvPr/>
        </p:nvGrpSpPr>
        <p:grpSpPr>
          <a:xfrm>
            <a:off x="4715271" y="1930007"/>
            <a:ext cx="2884057" cy="2478032"/>
            <a:chOff x="731010" y="2195464"/>
            <a:chExt cx="2884057" cy="24780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2E2C41E-C76A-500D-1578-96D7313DE5C1}"/>
                </a:ext>
              </a:extLst>
            </p:cNvPr>
            <p:cNvSpPr txBox="1"/>
            <p:nvPr/>
          </p:nvSpPr>
          <p:spPr>
            <a:xfrm>
              <a:off x="1796693" y="2195464"/>
              <a:ext cx="18183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400" dirty="0">
                  <a:latin typeface="Arial" panose="020B0604020202020204" pitchFamily="34" charset="0"/>
                  <a:cs typeface="Arial" panose="020B0604020202020204" pitchFamily="34" charset="0"/>
                </a:rPr>
                <a:t>Plywood</a:t>
              </a:r>
              <a:endParaRPr lang="ja-JP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9BC696B-E14C-56F9-25B6-2DDA0B159204}"/>
                </a:ext>
              </a:extLst>
            </p:cNvPr>
            <p:cNvGrpSpPr/>
            <p:nvPr/>
          </p:nvGrpSpPr>
          <p:grpSpPr>
            <a:xfrm>
              <a:off x="731010" y="2835879"/>
              <a:ext cx="2724153" cy="1837617"/>
              <a:chOff x="731010" y="1769079"/>
              <a:chExt cx="2724153" cy="1837617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2BAD38-ED64-3B4E-D20F-469F95F33C36}"/>
                  </a:ext>
                </a:extLst>
              </p:cNvPr>
              <p:cNvSpPr txBox="1"/>
              <p:nvPr/>
            </p:nvSpPr>
            <p:spPr>
              <a:xfrm>
                <a:off x="731010" y="3345086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D8F1F8-C592-07A1-AC13-6E2BA6F98196}"/>
                  </a:ext>
                </a:extLst>
              </p:cNvPr>
              <p:cNvSpPr txBox="1"/>
              <p:nvPr/>
            </p:nvSpPr>
            <p:spPr>
              <a:xfrm>
                <a:off x="3098809" y="1769079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F40B7B-5E57-3CC5-6DB0-77D19E3480E7}"/>
                  </a:ext>
                </a:extLst>
              </p:cNvPr>
              <p:cNvSpPr txBox="1"/>
              <p:nvPr/>
            </p:nvSpPr>
            <p:spPr>
              <a:xfrm>
                <a:off x="2149118" y="2149934"/>
                <a:ext cx="556245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Wall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F80BC6-19BF-2224-C0D2-B92A0CA3A182}"/>
              </a:ext>
            </a:extLst>
          </p:cNvPr>
          <p:cNvGrpSpPr/>
          <p:nvPr/>
        </p:nvGrpSpPr>
        <p:grpSpPr>
          <a:xfrm>
            <a:off x="8718461" y="1930007"/>
            <a:ext cx="2884057" cy="2478032"/>
            <a:chOff x="731010" y="2195464"/>
            <a:chExt cx="2884057" cy="24780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76E428E-AEFA-B891-2446-58439BE3B39C}"/>
                </a:ext>
              </a:extLst>
            </p:cNvPr>
            <p:cNvSpPr txBox="1"/>
            <p:nvPr/>
          </p:nvSpPr>
          <p:spPr>
            <a:xfrm>
              <a:off x="1796693" y="2195464"/>
              <a:ext cx="18183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400" dirty="0">
                  <a:latin typeface="Arial" panose="020B0604020202020204" pitchFamily="34" charset="0"/>
                  <a:cs typeface="Arial" panose="020B0604020202020204" pitchFamily="34" charset="0"/>
                </a:rPr>
                <a:t>Marble</a:t>
              </a:r>
              <a:endParaRPr lang="ja-JP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8FBD8BF-1DEE-3354-1AF6-5D15025AA7AC}"/>
                </a:ext>
              </a:extLst>
            </p:cNvPr>
            <p:cNvGrpSpPr/>
            <p:nvPr/>
          </p:nvGrpSpPr>
          <p:grpSpPr>
            <a:xfrm>
              <a:off x="731010" y="2835879"/>
              <a:ext cx="2724153" cy="1837617"/>
              <a:chOff x="731010" y="1769079"/>
              <a:chExt cx="2724153" cy="1837617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F42EC0E-2EE3-5C3E-B63A-7588B1372DE5}"/>
                  </a:ext>
                </a:extLst>
              </p:cNvPr>
              <p:cNvSpPr txBox="1"/>
              <p:nvPr/>
            </p:nvSpPr>
            <p:spPr>
              <a:xfrm>
                <a:off x="731010" y="3345086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0451BD5-CF24-D57E-C4F1-64F4D1B7F5C2}"/>
                  </a:ext>
                </a:extLst>
              </p:cNvPr>
              <p:cNvSpPr txBox="1"/>
              <p:nvPr/>
            </p:nvSpPr>
            <p:spPr>
              <a:xfrm>
                <a:off x="3098809" y="1769079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3011D64-54A9-D6D9-71C9-20A93834BE84}"/>
                  </a:ext>
                </a:extLst>
              </p:cNvPr>
              <p:cNvSpPr txBox="1"/>
              <p:nvPr/>
            </p:nvSpPr>
            <p:spPr>
              <a:xfrm>
                <a:off x="2149118" y="2149934"/>
                <a:ext cx="556245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Wall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3340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E7745-08EA-CDD6-F6C7-27CC1AC19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0D2F8B-31BF-CA77-32AC-A8983A549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492623"/>
            <a:ext cx="5703501" cy="36575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F7ABDD-B7FA-3696-40F7-4D4FA67B6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471" y="1492623"/>
            <a:ext cx="5703501" cy="3657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024E70-2419-C799-2ADC-8961C47605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942" y="1492623"/>
            <a:ext cx="5703501" cy="36576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7077EEC-EB84-8D34-5A44-73BA51762CF9}"/>
              </a:ext>
            </a:extLst>
          </p:cNvPr>
          <p:cNvGrpSpPr/>
          <p:nvPr/>
        </p:nvGrpSpPr>
        <p:grpSpPr>
          <a:xfrm>
            <a:off x="731010" y="1935487"/>
            <a:ext cx="2884057" cy="2478032"/>
            <a:chOff x="731010" y="2195464"/>
            <a:chExt cx="2884057" cy="24780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883582A-3007-4D7F-BB60-A483C14D053C}"/>
                </a:ext>
              </a:extLst>
            </p:cNvPr>
            <p:cNvSpPr txBox="1"/>
            <p:nvPr/>
          </p:nvSpPr>
          <p:spPr>
            <a:xfrm>
              <a:off x="1796693" y="2195464"/>
              <a:ext cx="18183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400" dirty="0">
                  <a:latin typeface="Arial" panose="020B0604020202020204" pitchFamily="34" charset="0"/>
                  <a:cs typeface="Arial" panose="020B0604020202020204" pitchFamily="34" charset="0"/>
                </a:rPr>
                <a:t>Metal</a:t>
              </a:r>
              <a:endParaRPr lang="ja-JP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A8EE600-611D-A722-CA4F-39C22D3E4291}"/>
                </a:ext>
              </a:extLst>
            </p:cNvPr>
            <p:cNvGrpSpPr/>
            <p:nvPr/>
          </p:nvGrpSpPr>
          <p:grpSpPr>
            <a:xfrm>
              <a:off x="731010" y="2835879"/>
              <a:ext cx="2724153" cy="1837617"/>
              <a:chOff x="731010" y="1769079"/>
              <a:chExt cx="2724153" cy="1837617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DCCE689-F56E-14EB-A449-FD2930CF4074}"/>
                  </a:ext>
                </a:extLst>
              </p:cNvPr>
              <p:cNvSpPr txBox="1"/>
              <p:nvPr/>
            </p:nvSpPr>
            <p:spPr>
              <a:xfrm>
                <a:off x="731010" y="3345086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72EACD9-8D76-F29B-A2CC-F04047D1019B}"/>
                  </a:ext>
                </a:extLst>
              </p:cNvPr>
              <p:cNvSpPr txBox="1"/>
              <p:nvPr/>
            </p:nvSpPr>
            <p:spPr>
              <a:xfrm>
                <a:off x="3098809" y="1769079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40BFBA5-C579-4858-D3A3-3C9CA81CD8A3}"/>
                  </a:ext>
                </a:extLst>
              </p:cNvPr>
              <p:cNvSpPr txBox="1"/>
              <p:nvPr/>
            </p:nvSpPr>
            <p:spPr>
              <a:xfrm>
                <a:off x="2149118" y="2149934"/>
                <a:ext cx="556245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Wall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5A1712C-2937-C091-8E73-3EDC519A4CEF}"/>
              </a:ext>
            </a:extLst>
          </p:cNvPr>
          <p:cNvGrpSpPr/>
          <p:nvPr/>
        </p:nvGrpSpPr>
        <p:grpSpPr>
          <a:xfrm>
            <a:off x="4715271" y="1930007"/>
            <a:ext cx="2884057" cy="2478032"/>
            <a:chOff x="731010" y="2195464"/>
            <a:chExt cx="2884057" cy="24780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0EC66D9-E664-169F-BF64-CD6338BDB959}"/>
                </a:ext>
              </a:extLst>
            </p:cNvPr>
            <p:cNvSpPr txBox="1"/>
            <p:nvPr/>
          </p:nvSpPr>
          <p:spPr>
            <a:xfrm>
              <a:off x="1796693" y="2195464"/>
              <a:ext cx="18183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400" dirty="0">
                  <a:latin typeface="Arial" panose="020B0604020202020204" pitchFamily="34" charset="0"/>
                  <a:cs typeface="Arial" panose="020B0604020202020204" pitchFamily="34" charset="0"/>
                </a:rPr>
                <a:t>Plywood</a:t>
              </a:r>
              <a:endParaRPr lang="ja-JP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25E15E4-16D0-AD5A-BB5D-BC87900FF352}"/>
                </a:ext>
              </a:extLst>
            </p:cNvPr>
            <p:cNvGrpSpPr/>
            <p:nvPr/>
          </p:nvGrpSpPr>
          <p:grpSpPr>
            <a:xfrm>
              <a:off x="731010" y="2835879"/>
              <a:ext cx="2724153" cy="1837617"/>
              <a:chOff x="731010" y="1769079"/>
              <a:chExt cx="2724153" cy="1837617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6ED041-6DD5-DA0F-7A8E-BADD73F4A9D3}"/>
                  </a:ext>
                </a:extLst>
              </p:cNvPr>
              <p:cNvSpPr txBox="1"/>
              <p:nvPr/>
            </p:nvSpPr>
            <p:spPr>
              <a:xfrm>
                <a:off x="731010" y="3345086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BE4BB7-3F8B-B5CB-6BF5-D56CB9F86B93}"/>
                  </a:ext>
                </a:extLst>
              </p:cNvPr>
              <p:cNvSpPr txBox="1"/>
              <p:nvPr/>
            </p:nvSpPr>
            <p:spPr>
              <a:xfrm>
                <a:off x="3098809" y="1769079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CA7EC6-84ED-1322-3308-4E5D3E2BC47E}"/>
                  </a:ext>
                </a:extLst>
              </p:cNvPr>
              <p:cNvSpPr txBox="1"/>
              <p:nvPr/>
            </p:nvSpPr>
            <p:spPr>
              <a:xfrm>
                <a:off x="2149118" y="2149934"/>
                <a:ext cx="556245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Wall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84055B-3AD0-EDF2-DE20-B1E0FA7A4A3B}"/>
              </a:ext>
            </a:extLst>
          </p:cNvPr>
          <p:cNvGrpSpPr/>
          <p:nvPr/>
        </p:nvGrpSpPr>
        <p:grpSpPr>
          <a:xfrm>
            <a:off x="8718461" y="1930007"/>
            <a:ext cx="2884057" cy="2478032"/>
            <a:chOff x="731010" y="2195464"/>
            <a:chExt cx="2884057" cy="24780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9EFF7F-077B-4A9C-3912-F1FCE0000568}"/>
                </a:ext>
              </a:extLst>
            </p:cNvPr>
            <p:cNvSpPr txBox="1"/>
            <p:nvPr/>
          </p:nvSpPr>
          <p:spPr>
            <a:xfrm>
              <a:off x="1796693" y="2195464"/>
              <a:ext cx="18183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400" dirty="0">
                  <a:latin typeface="Arial" panose="020B0604020202020204" pitchFamily="34" charset="0"/>
                  <a:cs typeface="Arial" panose="020B0604020202020204" pitchFamily="34" charset="0"/>
                </a:rPr>
                <a:t>Marble</a:t>
              </a:r>
              <a:endParaRPr lang="ja-JP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CAFBA84-39CF-36B0-B9E3-7F611168F444}"/>
                </a:ext>
              </a:extLst>
            </p:cNvPr>
            <p:cNvGrpSpPr/>
            <p:nvPr/>
          </p:nvGrpSpPr>
          <p:grpSpPr>
            <a:xfrm>
              <a:off x="731010" y="2835879"/>
              <a:ext cx="2724153" cy="1837617"/>
              <a:chOff x="731010" y="1769079"/>
              <a:chExt cx="2724153" cy="1837617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6599942-813A-A07C-CB99-A29C85F17E97}"/>
                  </a:ext>
                </a:extLst>
              </p:cNvPr>
              <p:cNvSpPr txBox="1"/>
              <p:nvPr/>
            </p:nvSpPr>
            <p:spPr>
              <a:xfrm>
                <a:off x="731010" y="3345086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74A76B-3DEA-A2B1-A981-943B8F0A9458}"/>
                  </a:ext>
                </a:extLst>
              </p:cNvPr>
              <p:cNvSpPr txBox="1"/>
              <p:nvPr/>
            </p:nvSpPr>
            <p:spPr>
              <a:xfrm>
                <a:off x="3098809" y="1769079"/>
                <a:ext cx="35635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Rx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0BA4D0C-218D-372E-703C-F0A6CBFBB2A7}"/>
                  </a:ext>
                </a:extLst>
              </p:cNvPr>
              <p:cNvSpPr txBox="1"/>
              <p:nvPr/>
            </p:nvSpPr>
            <p:spPr>
              <a:xfrm>
                <a:off x="2149118" y="2149934"/>
                <a:ext cx="556245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Wall</a:t>
                </a:r>
                <a:endParaRPr lang="ja-JP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2586BEB-CC5F-B1F0-29B2-04C4EE379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4209" y="515666"/>
            <a:ext cx="8108143" cy="597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85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42F46-0829-974C-BB26-08315D04A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189701-2DC4-04D5-2EF0-41C8A4E65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703" y="1289609"/>
            <a:ext cx="3180943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F1B065-3BA0-598E-60E3-6F7898482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5528" y="1289609"/>
            <a:ext cx="3180943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04BB02-ECAF-3A6E-CCED-BF813728B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24354" y="1287102"/>
            <a:ext cx="3180943" cy="4572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1D25B63-80E8-6622-2D94-F2B83E2AAC02}"/>
              </a:ext>
            </a:extLst>
          </p:cNvPr>
          <p:cNvGrpSpPr/>
          <p:nvPr/>
        </p:nvGrpSpPr>
        <p:grpSpPr>
          <a:xfrm>
            <a:off x="1681660" y="1988547"/>
            <a:ext cx="1224636" cy="3094543"/>
            <a:chOff x="402594" y="481998"/>
            <a:chExt cx="1090776" cy="30945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F201561-8931-F99D-6952-C95B92FA66E5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E77741-0486-3A1A-04D1-45805E4B84E3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22FE12-9FCC-E4C5-A31B-ADA73A5032D8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622FB55-AC76-F354-7B42-F77742A3165E}"/>
              </a:ext>
            </a:extLst>
          </p:cNvPr>
          <p:cNvGrpSpPr/>
          <p:nvPr/>
        </p:nvGrpSpPr>
        <p:grpSpPr>
          <a:xfrm>
            <a:off x="5348225" y="1988547"/>
            <a:ext cx="1224636" cy="3094543"/>
            <a:chOff x="402594" y="481998"/>
            <a:chExt cx="1090776" cy="3094543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62B4950-B8AB-82AA-4472-2E2B93E23F3D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73B923B-1D35-6AEF-22BE-080176B6BF76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B7DF238-2418-77AA-807E-393982712781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4DA2A66-C841-7670-4327-9DAF28CB7A28}"/>
              </a:ext>
            </a:extLst>
          </p:cNvPr>
          <p:cNvGrpSpPr/>
          <p:nvPr/>
        </p:nvGrpSpPr>
        <p:grpSpPr>
          <a:xfrm>
            <a:off x="9096680" y="1988547"/>
            <a:ext cx="1224636" cy="3094543"/>
            <a:chOff x="402594" y="481998"/>
            <a:chExt cx="1090776" cy="3094543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9554B0F-B71F-FDE9-2430-6BCDC36BDFFA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2175D1F-A523-8371-E0E4-77D57C29E4CE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B67FD55-A59B-F83D-B4F1-9FAC4F7CFBAA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537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BD8C3-A900-8411-F725-02DABD5F4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B6BC33-3E3F-221B-5847-FB79E1ED2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703" y="1289610"/>
            <a:ext cx="3180943" cy="4571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C701F6-8AE4-8434-188B-53697A4B9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5528" y="1289610"/>
            <a:ext cx="3180943" cy="4571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710989-F0DC-05AC-B414-59A872B970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24354" y="1287103"/>
            <a:ext cx="3180943" cy="457199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A747917-935E-D3D7-3CF4-EBD5F9A618B1}"/>
              </a:ext>
            </a:extLst>
          </p:cNvPr>
          <p:cNvGrpSpPr/>
          <p:nvPr/>
        </p:nvGrpSpPr>
        <p:grpSpPr>
          <a:xfrm>
            <a:off x="1681660" y="1988547"/>
            <a:ext cx="1224636" cy="3094543"/>
            <a:chOff x="402594" y="481998"/>
            <a:chExt cx="1090776" cy="30945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B30D6FF-207C-6BCE-882C-7D48BF57780A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96EB29-5668-F844-3DF0-6F9E36599B81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BAB80E0-A5D1-F53F-85FF-5B8450507FD6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B83EE22-317B-934F-E82C-0602E8878B9C}"/>
              </a:ext>
            </a:extLst>
          </p:cNvPr>
          <p:cNvGrpSpPr/>
          <p:nvPr/>
        </p:nvGrpSpPr>
        <p:grpSpPr>
          <a:xfrm>
            <a:off x="5348225" y="1988547"/>
            <a:ext cx="1224636" cy="3094543"/>
            <a:chOff x="402594" y="481998"/>
            <a:chExt cx="1090776" cy="3094543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7A0C5AF-AA8B-D0FB-6908-EA881623A565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5B96295-7D19-391A-FDC8-4250E5E143B4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E00D623-049F-17F0-4100-93E8840025B9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E819CB4-4DFE-B589-6127-36D93D1597E0}"/>
              </a:ext>
            </a:extLst>
          </p:cNvPr>
          <p:cNvGrpSpPr/>
          <p:nvPr/>
        </p:nvGrpSpPr>
        <p:grpSpPr>
          <a:xfrm>
            <a:off x="9096680" y="1988547"/>
            <a:ext cx="1224636" cy="3094543"/>
            <a:chOff x="402594" y="481998"/>
            <a:chExt cx="1090776" cy="3094543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ED59B39-126E-914B-9241-D41CD7CACF85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D99B81A-1058-2824-6335-9DD3D2D4A6FE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8F450E-497D-2F7F-9B87-233AB61676F4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5531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CD49E-0896-71DB-A8F3-847DF7BB2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87CC0B-91F7-6425-77DE-D39920A47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703" y="1289610"/>
            <a:ext cx="3180943" cy="4571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109DAE-6C37-B863-B8FB-778964992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5528" y="1289609"/>
            <a:ext cx="3180943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EF6517-9F52-066C-A4B4-E3C134873F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24354" y="1287102"/>
            <a:ext cx="3180943" cy="4572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699874E-44C9-A25B-8167-AB8C05F3E878}"/>
              </a:ext>
            </a:extLst>
          </p:cNvPr>
          <p:cNvGrpSpPr/>
          <p:nvPr/>
        </p:nvGrpSpPr>
        <p:grpSpPr>
          <a:xfrm>
            <a:off x="1681660" y="1988547"/>
            <a:ext cx="1224636" cy="3094543"/>
            <a:chOff x="402594" y="481998"/>
            <a:chExt cx="1090776" cy="30945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C3A199-DEB8-BE66-D287-0644D09A345F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41CB6-C7F3-2B53-43F8-FA19303E81F6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3F06D6-C278-2AF6-18B1-1117C4157557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2B672AB-3277-555B-C480-37A9140F3E62}"/>
              </a:ext>
            </a:extLst>
          </p:cNvPr>
          <p:cNvGrpSpPr/>
          <p:nvPr/>
        </p:nvGrpSpPr>
        <p:grpSpPr>
          <a:xfrm>
            <a:off x="5348225" y="1988547"/>
            <a:ext cx="1224636" cy="3094543"/>
            <a:chOff x="402594" y="481998"/>
            <a:chExt cx="1090776" cy="3094543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6ACE30A-67EF-3382-C3A5-51E5602242F2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3CC906D-273A-7C46-BFD5-9941B75B93EE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ECE580B-8EC3-E491-DAB7-50E43A425489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D568DEE-2581-B3FC-48B6-079D936BF307}"/>
              </a:ext>
            </a:extLst>
          </p:cNvPr>
          <p:cNvGrpSpPr/>
          <p:nvPr/>
        </p:nvGrpSpPr>
        <p:grpSpPr>
          <a:xfrm>
            <a:off x="9096680" y="1988547"/>
            <a:ext cx="1224636" cy="3094543"/>
            <a:chOff x="402594" y="481998"/>
            <a:chExt cx="1090776" cy="3094543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3087E26-682F-29F4-C215-A0376C09ED17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0389E32-A52E-7571-04D6-CAC42E36C6D4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9BB2B99-30A6-36B3-467C-047FBC5E7ACC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BED081E-29C6-FB64-554F-F5D7EFE37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7646" y="484858"/>
            <a:ext cx="8108143" cy="597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45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73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zzainal</dc:creator>
  <cp:lastModifiedBy>zzainal</cp:lastModifiedBy>
  <cp:revision>2</cp:revision>
  <dcterms:created xsi:type="dcterms:W3CDTF">2026-05-28T03:25:10Z</dcterms:created>
  <dcterms:modified xsi:type="dcterms:W3CDTF">2026-05-28T07:51:18Z</dcterms:modified>
</cp:coreProperties>
</file>