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CD43-E51A-B63A-9E24-95D89F17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8A983-98BC-6FED-FB0C-960AB138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87" y="1542936"/>
            <a:ext cx="5617009" cy="34481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79AFF53-E6E1-44E5-6F9E-387ACA6240AB}"/>
              </a:ext>
            </a:extLst>
          </p:cNvPr>
          <p:cNvGrpSpPr/>
          <p:nvPr/>
        </p:nvGrpSpPr>
        <p:grpSpPr>
          <a:xfrm>
            <a:off x="3591308" y="2072758"/>
            <a:ext cx="3680579" cy="1823710"/>
            <a:chOff x="-361567" y="1320283"/>
            <a:chExt cx="3680579" cy="18237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FEB6F0-A017-6382-C415-4B9372A340BD}"/>
                </a:ext>
              </a:extLst>
            </p:cNvPr>
            <p:cNvSpPr txBox="1"/>
            <p:nvPr/>
          </p:nvSpPr>
          <p:spPr>
            <a:xfrm>
              <a:off x="-361567" y="28823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48A42A-2454-873C-3D89-3CCF133FA470}"/>
                </a:ext>
              </a:extLst>
            </p:cNvPr>
            <p:cNvSpPr txBox="1"/>
            <p:nvPr/>
          </p:nvSpPr>
          <p:spPr>
            <a:xfrm>
              <a:off x="2962658" y="13202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B3F760-9B17-6BA5-F58A-2A6F9DA49026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682E75-4133-06B5-BB1B-F77A46F1A002}"/>
              </a:ext>
            </a:extLst>
          </p:cNvPr>
          <p:cNvCxnSpPr>
            <a:cxnSpLocks/>
          </p:cNvCxnSpPr>
          <p:nvPr/>
        </p:nvCxnSpPr>
        <p:spPr>
          <a:xfrm flipV="1">
            <a:off x="4029075" y="2800350"/>
            <a:ext cx="1762125" cy="79640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48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1BE511-68F0-C559-F47A-87A7FDDAD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4277626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94ADD8-E11E-1E85-6A55-30AD5F8A9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489" y="685800"/>
            <a:ext cx="4277626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C76C1-A77A-E5D0-7073-C2A088A52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5800"/>
            <a:ext cx="4277626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CCB0D8-A797-14A9-C754-088259232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489" y="685800"/>
            <a:ext cx="4277626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A9E4A-5200-F96B-7668-30F8A6827B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0583"/>
            <a:ext cx="4277626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A0E13E-C937-25BB-E0F4-1195696EF2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489" y="3740583"/>
            <a:ext cx="4277626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525BEB-E747-994A-9FFB-3DB414C0FD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40583"/>
            <a:ext cx="4277626" cy="274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BEF7E5-1ECD-6CBB-2490-726FB3DC24A2}"/>
              </a:ext>
            </a:extLst>
          </p:cNvPr>
          <p:cNvSpPr txBox="1"/>
          <p:nvPr/>
        </p:nvSpPr>
        <p:spPr>
          <a:xfrm>
            <a:off x="909187" y="805934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Concrete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AD39E3-4A5F-F2E1-6614-9A05F5ABB03A}"/>
              </a:ext>
            </a:extLst>
          </p:cNvPr>
          <p:cNvSpPr txBox="1"/>
          <p:nvPr/>
        </p:nvSpPr>
        <p:spPr>
          <a:xfrm>
            <a:off x="7140300" y="805933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Wood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09922E-D722-4736-05DC-C48D26D4C0A8}"/>
              </a:ext>
            </a:extLst>
          </p:cNvPr>
          <p:cNvSpPr txBox="1"/>
          <p:nvPr/>
        </p:nvSpPr>
        <p:spPr>
          <a:xfrm>
            <a:off x="3967996" y="805933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Brick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FB636F-1FAF-0116-BCF1-8FDA5809DBA6}"/>
              </a:ext>
            </a:extLst>
          </p:cNvPr>
          <p:cNvSpPr txBox="1"/>
          <p:nvPr/>
        </p:nvSpPr>
        <p:spPr>
          <a:xfrm>
            <a:off x="10063996" y="805933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Glass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29B0D-419B-B6E1-6683-6C586B05DF46}"/>
              </a:ext>
            </a:extLst>
          </p:cNvPr>
          <p:cNvSpPr txBox="1"/>
          <p:nvPr/>
        </p:nvSpPr>
        <p:spPr>
          <a:xfrm>
            <a:off x="909187" y="4051158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Plywood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3E784A-0FBB-24FE-6549-1E90F51D398C}"/>
              </a:ext>
            </a:extLst>
          </p:cNvPr>
          <p:cNvSpPr txBox="1"/>
          <p:nvPr/>
        </p:nvSpPr>
        <p:spPr>
          <a:xfrm>
            <a:off x="7140300" y="4051157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Metal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F43963-FE88-70BC-18BD-0BC07CE8D8DA}"/>
              </a:ext>
            </a:extLst>
          </p:cNvPr>
          <p:cNvSpPr txBox="1"/>
          <p:nvPr/>
        </p:nvSpPr>
        <p:spPr>
          <a:xfrm>
            <a:off x="3967996" y="4051157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Marble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AA5CE4-B9BF-6C34-EB0E-351CE8E2C2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9817" y="4051157"/>
            <a:ext cx="717672" cy="4557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00D7BAD-9B95-5893-6016-386B030C3C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1070" y="3584392"/>
            <a:ext cx="612555" cy="45724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192ABF7-46CD-1C11-A4C4-751DEBC88496}"/>
              </a:ext>
            </a:extLst>
          </p:cNvPr>
          <p:cNvGrpSpPr/>
          <p:nvPr/>
        </p:nvGrpSpPr>
        <p:grpSpPr>
          <a:xfrm>
            <a:off x="552833" y="1482208"/>
            <a:ext cx="2032754" cy="1395085"/>
            <a:chOff x="552833" y="1482208"/>
            <a:chExt cx="2032754" cy="139508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389068-ABA1-437D-A540-366B0DE0835F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BD6E675-C723-D8E4-74A3-10BA7AE6EBE8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8B68D4-B0D3-A935-19AA-8DA192745627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1D7941-6508-A084-C345-26B2043C0B0C}"/>
              </a:ext>
            </a:extLst>
          </p:cNvPr>
          <p:cNvGrpSpPr/>
          <p:nvPr/>
        </p:nvGrpSpPr>
        <p:grpSpPr>
          <a:xfrm>
            <a:off x="3570322" y="1478592"/>
            <a:ext cx="2032754" cy="1395085"/>
            <a:chOff x="552833" y="1482208"/>
            <a:chExt cx="2032754" cy="139508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C628FA-6910-E782-A0DE-FD6818D4ACE1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F2E3A9D-7B87-FD24-B5F6-12ADE262EE13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07D3819-AE0D-2C6A-1155-0944F1522A97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EDDB15-D2C1-AFC0-50D9-0963E3482DA8}"/>
              </a:ext>
            </a:extLst>
          </p:cNvPr>
          <p:cNvGrpSpPr/>
          <p:nvPr/>
        </p:nvGrpSpPr>
        <p:grpSpPr>
          <a:xfrm>
            <a:off x="6664472" y="1478592"/>
            <a:ext cx="2032754" cy="1395085"/>
            <a:chOff x="552833" y="1482208"/>
            <a:chExt cx="2032754" cy="139508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1CFF9B-FD15-8D43-93C3-8F77FBA4A308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951B55B-BF3F-4496-7145-943A3D7F9869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AC41A83-DC19-E828-E024-17CE02BBC633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9744AF-8BEF-D7D4-6C5B-88EB6992A4C8}"/>
              </a:ext>
            </a:extLst>
          </p:cNvPr>
          <p:cNvGrpSpPr/>
          <p:nvPr/>
        </p:nvGrpSpPr>
        <p:grpSpPr>
          <a:xfrm>
            <a:off x="9710552" y="1478592"/>
            <a:ext cx="2032754" cy="1395085"/>
            <a:chOff x="552833" y="1482208"/>
            <a:chExt cx="2032754" cy="139508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63B3B1-98FB-74D2-5EAD-E2F26C5C0F73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B346E1-7728-5FCB-370B-125C538CA07B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BC221D1-E2E8-D17B-F0DB-EA8405E89533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9386D5-20D1-A326-042D-3B8E82F19CB5}"/>
              </a:ext>
            </a:extLst>
          </p:cNvPr>
          <p:cNvGrpSpPr/>
          <p:nvPr/>
        </p:nvGrpSpPr>
        <p:grpSpPr>
          <a:xfrm>
            <a:off x="540510" y="4533156"/>
            <a:ext cx="2032754" cy="1395085"/>
            <a:chOff x="552833" y="1482208"/>
            <a:chExt cx="2032754" cy="139508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C43E7A7-34BE-76BC-2B0A-8046EC171C21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E4D316-C2A8-D430-2AF0-3CD31EF6950B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E92E36-3BDB-C3A2-4D19-4A0BE9E5C225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4E534B-A569-1ED6-E472-FDD0B0D9B8F0}"/>
              </a:ext>
            </a:extLst>
          </p:cNvPr>
          <p:cNvGrpSpPr/>
          <p:nvPr/>
        </p:nvGrpSpPr>
        <p:grpSpPr>
          <a:xfrm>
            <a:off x="3557999" y="4529540"/>
            <a:ext cx="2032754" cy="1395085"/>
            <a:chOff x="552833" y="1482208"/>
            <a:chExt cx="2032754" cy="139508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0E7CBE3-224C-C9D8-0DFD-FF8DFF16AB18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6000DC3-9EF0-5B81-AB61-CFDD73F79DFA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B761819-0F6E-C3E7-47DD-F3448F718430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FDB64AE-3A72-0BB1-F84D-85067CB46E54}"/>
              </a:ext>
            </a:extLst>
          </p:cNvPr>
          <p:cNvGrpSpPr/>
          <p:nvPr/>
        </p:nvGrpSpPr>
        <p:grpSpPr>
          <a:xfrm>
            <a:off x="6652149" y="4529540"/>
            <a:ext cx="2032754" cy="1395085"/>
            <a:chOff x="552833" y="1482208"/>
            <a:chExt cx="2032754" cy="139508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1987197-D028-71C9-B622-788A939AAEC1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CF92BF-5B8A-5394-DF32-27797D5E2B84}"/>
                </a:ext>
              </a:extLst>
            </p:cNvPr>
            <p:cNvSpPr txBox="1"/>
            <p:nvPr/>
          </p:nvSpPr>
          <p:spPr>
            <a:xfrm>
              <a:off x="2229233" y="14822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68A6045-A7E3-4FA8-1BBF-A26290960166}"/>
                </a:ext>
              </a:extLst>
            </p:cNvPr>
            <p:cNvSpPr txBox="1"/>
            <p:nvPr/>
          </p:nvSpPr>
          <p:spPr>
            <a:xfrm>
              <a:off x="1566412" y="175548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677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F6D5-3FF5-8326-A2C5-4B532189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6A22A8-F0F5-5039-0A5C-3998EFDEF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824" y="632012"/>
            <a:ext cx="1908566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12252-311D-675B-4C4E-240671B4C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313" y="632012"/>
            <a:ext cx="1908566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774C5B-6C00-BCCC-E7DC-3C2ED9C22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7824" y="632012"/>
            <a:ext cx="1908566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2B89B0-C60E-B07B-EB78-66D851544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5313" y="632012"/>
            <a:ext cx="1908566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BDB462-EA68-BABD-658F-C234FC5F7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824" y="3884018"/>
            <a:ext cx="1908566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500103-820D-754D-67A3-064870278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313" y="3884018"/>
            <a:ext cx="1908566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213FC8-04D3-6D53-63D1-B798285A1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7824" y="3884018"/>
            <a:ext cx="1908566" cy="274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BF176D-8049-8EAA-F622-DF0F5A6696BA}"/>
              </a:ext>
            </a:extLst>
          </p:cNvPr>
          <p:cNvSpPr txBox="1"/>
          <p:nvPr/>
        </p:nvSpPr>
        <p:spPr>
          <a:xfrm>
            <a:off x="451987" y="357698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Concrete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CB5B8-CFE0-B832-7236-E81AED82E912}"/>
              </a:ext>
            </a:extLst>
          </p:cNvPr>
          <p:cNvSpPr txBox="1"/>
          <p:nvPr/>
        </p:nvSpPr>
        <p:spPr>
          <a:xfrm>
            <a:off x="6683100" y="357697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Wood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112B7-37B0-323A-3333-9A63E4834330}"/>
              </a:ext>
            </a:extLst>
          </p:cNvPr>
          <p:cNvSpPr txBox="1"/>
          <p:nvPr/>
        </p:nvSpPr>
        <p:spPr>
          <a:xfrm>
            <a:off x="3510796" y="357697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Brick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C27B12-1EE5-D710-BBE8-B705BA82E4C1}"/>
              </a:ext>
            </a:extLst>
          </p:cNvPr>
          <p:cNvSpPr txBox="1"/>
          <p:nvPr/>
        </p:nvSpPr>
        <p:spPr>
          <a:xfrm>
            <a:off x="9606796" y="357697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Glass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9EDDDB-A221-0E86-5641-5B1198048329}"/>
              </a:ext>
            </a:extLst>
          </p:cNvPr>
          <p:cNvSpPr txBox="1"/>
          <p:nvPr/>
        </p:nvSpPr>
        <p:spPr>
          <a:xfrm>
            <a:off x="451987" y="3567061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Plywood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B18696-A0CA-0A60-2757-D96D270A88BA}"/>
              </a:ext>
            </a:extLst>
          </p:cNvPr>
          <p:cNvSpPr txBox="1"/>
          <p:nvPr/>
        </p:nvSpPr>
        <p:spPr>
          <a:xfrm>
            <a:off x="6683100" y="3567060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Metal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2C0E51-3EE4-6C33-07BD-2649896998DD}"/>
              </a:ext>
            </a:extLst>
          </p:cNvPr>
          <p:cNvSpPr txBox="1"/>
          <p:nvPr/>
        </p:nvSpPr>
        <p:spPr>
          <a:xfrm>
            <a:off x="3510796" y="3567060"/>
            <a:ext cx="1818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Marble</a:t>
            </a:r>
            <a:endParaRPr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F8FC6C-D617-597B-F8BD-576147657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8342" y="3567060"/>
            <a:ext cx="717672" cy="45574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0309105-1A75-FBB9-FB55-583B0F7EA5D2}"/>
              </a:ext>
            </a:extLst>
          </p:cNvPr>
          <p:cNvGrpSpPr/>
          <p:nvPr/>
        </p:nvGrpSpPr>
        <p:grpSpPr>
          <a:xfrm>
            <a:off x="1013436" y="1027999"/>
            <a:ext cx="1055960" cy="1909685"/>
            <a:chOff x="552833" y="967608"/>
            <a:chExt cx="940537" cy="19096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545D02-1555-CF34-1680-018B38AE21C6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CEC6D4-1833-CB14-E2C8-7A627801356E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647C97-6578-64BB-D40B-57B042F3CA0B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DDBD56-62EF-06CB-BE8B-53029F0D7638}"/>
              </a:ext>
            </a:extLst>
          </p:cNvPr>
          <p:cNvGrpSpPr/>
          <p:nvPr/>
        </p:nvGrpSpPr>
        <p:grpSpPr>
          <a:xfrm>
            <a:off x="4045616" y="1027999"/>
            <a:ext cx="1055960" cy="1909685"/>
            <a:chOff x="552833" y="967608"/>
            <a:chExt cx="940537" cy="19096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87A4A0-49EE-4B13-F87F-3870B50D020E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67CB08-8CA8-DBE7-A3FF-3294CCA0CE1B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B2E9FA-F2EE-542E-B97E-A48BCA0EDBF2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F40C3C-2FC1-5C27-978D-20EA0A343481}"/>
              </a:ext>
            </a:extLst>
          </p:cNvPr>
          <p:cNvGrpSpPr/>
          <p:nvPr/>
        </p:nvGrpSpPr>
        <p:grpSpPr>
          <a:xfrm>
            <a:off x="7124127" y="1027999"/>
            <a:ext cx="1055960" cy="1909685"/>
            <a:chOff x="552833" y="967608"/>
            <a:chExt cx="940537" cy="190968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7E21C8-DF44-1C70-4D77-ED39B1025DE1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CCC661-E378-7B0A-7E96-53562DD387C0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6D1B5F-8F00-3A49-F61C-21A45FE1228E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1131E65-0D7F-B66F-840B-A4280850F467}"/>
              </a:ext>
            </a:extLst>
          </p:cNvPr>
          <p:cNvGrpSpPr/>
          <p:nvPr/>
        </p:nvGrpSpPr>
        <p:grpSpPr>
          <a:xfrm>
            <a:off x="10122604" y="1027999"/>
            <a:ext cx="1055960" cy="1909685"/>
            <a:chOff x="552833" y="967608"/>
            <a:chExt cx="940537" cy="190968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BB6FAAF-758B-2513-9E9E-A2787AA0D648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77369A-F3B3-ED85-037D-A09CED32887A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BB3701-2698-530C-6CB6-E399246A7FD6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702C27-00C6-92ED-E6CB-A8C6B918CB30}"/>
              </a:ext>
            </a:extLst>
          </p:cNvPr>
          <p:cNvGrpSpPr/>
          <p:nvPr/>
        </p:nvGrpSpPr>
        <p:grpSpPr>
          <a:xfrm>
            <a:off x="10275004" y="1180399"/>
            <a:ext cx="1055960" cy="1909685"/>
            <a:chOff x="552833" y="967608"/>
            <a:chExt cx="940537" cy="190968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84E9FD-7329-2269-2326-AE7B38C17F13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AEEE6B1-5CD8-4ED6-A9FD-83DF2F1350EE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A353F2-BA33-A735-2F2B-225C523AFFB8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C18A7F-189D-BE62-1858-2D3D4CCCD77E}"/>
              </a:ext>
            </a:extLst>
          </p:cNvPr>
          <p:cNvGrpSpPr/>
          <p:nvPr/>
        </p:nvGrpSpPr>
        <p:grpSpPr>
          <a:xfrm>
            <a:off x="1013436" y="4316303"/>
            <a:ext cx="1055960" cy="1909685"/>
            <a:chOff x="552833" y="967608"/>
            <a:chExt cx="940537" cy="190968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36BA28-2F34-59FC-7CE7-2A3473EA3A10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6CCCCC0-9E76-D8AC-1AE3-64EDA3FCC3F8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E205F5-5543-2C26-6DEB-488C24393FC8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EAC206-4FC6-D0AA-11BC-1A6E6BED324E}"/>
              </a:ext>
            </a:extLst>
          </p:cNvPr>
          <p:cNvGrpSpPr/>
          <p:nvPr/>
        </p:nvGrpSpPr>
        <p:grpSpPr>
          <a:xfrm>
            <a:off x="4045616" y="4316303"/>
            <a:ext cx="1055960" cy="1909685"/>
            <a:chOff x="552833" y="967608"/>
            <a:chExt cx="940537" cy="190968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12B757-EB1D-EAA4-EA79-8438785DB250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970BE9-847F-EC35-23A8-CEA562520CCF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5354A3B-9AF0-3711-D3BF-CE3162C0B530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256A5C-1523-B214-2A4C-5FE27F379F89}"/>
              </a:ext>
            </a:extLst>
          </p:cNvPr>
          <p:cNvGrpSpPr/>
          <p:nvPr/>
        </p:nvGrpSpPr>
        <p:grpSpPr>
          <a:xfrm>
            <a:off x="7124127" y="4316303"/>
            <a:ext cx="1055960" cy="1909685"/>
            <a:chOff x="552833" y="967608"/>
            <a:chExt cx="940537" cy="190968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DAA70E-93D7-2C0E-E172-AF229A906397}"/>
                </a:ext>
              </a:extLst>
            </p:cNvPr>
            <p:cNvSpPr txBox="1"/>
            <p:nvPr/>
          </p:nvSpPr>
          <p:spPr>
            <a:xfrm>
              <a:off x="552833" y="261568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5A133F-9B00-B7AE-3C48-AC933F6A23D9}"/>
                </a:ext>
              </a:extLst>
            </p:cNvPr>
            <p:cNvSpPr txBox="1"/>
            <p:nvPr/>
          </p:nvSpPr>
          <p:spPr>
            <a:xfrm>
              <a:off x="580771" y="967608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27EDD1-B072-6DD2-A5FB-E623D1A96AB1}"/>
                </a:ext>
              </a:extLst>
            </p:cNvPr>
            <p:cNvSpPr txBox="1"/>
            <p:nvPr/>
          </p:nvSpPr>
          <p:spPr>
            <a:xfrm>
              <a:off x="937125" y="1812637"/>
              <a:ext cx="55624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91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</Words>
  <Application>Microsoft Office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</cp:revision>
  <dcterms:created xsi:type="dcterms:W3CDTF">2026-05-28T03:25:10Z</dcterms:created>
  <dcterms:modified xsi:type="dcterms:W3CDTF">2026-05-28T03:28:27Z</dcterms:modified>
</cp:coreProperties>
</file>