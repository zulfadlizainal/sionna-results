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5CD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05D5-835F-26DB-A687-CB68F446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B2521-CCC4-81E7-3CF6-1F89A7295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267" y="2173673"/>
            <a:ext cx="5544263" cy="37836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D7A1F5-DF38-2B7C-B53C-6C0DA5B0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181" y="1043902"/>
            <a:ext cx="5564434" cy="9155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AEC950-8720-D368-BF4C-16B0C41A6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01" y="1043902"/>
            <a:ext cx="4925805" cy="491341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2F1DF57-FA7F-F047-53F5-19BD61F8B6AE}"/>
              </a:ext>
            </a:extLst>
          </p:cNvPr>
          <p:cNvSpPr/>
          <p:nvPr/>
        </p:nvSpPr>
        <p:spPr>
          <a:xfrm>
            <a:off x="2887057" y="2521324"/>
            <a:ext cx="91440" cy="91440"/>
          </a:xfrm>
          <a:prstGeom prst="ellipse">
            <a:avLst/>
          </a:prstGeom>
          <a:solidFill>
            <a:srgbClr val="65CD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3C8D26-53F6-8B08-EAC6-EC9C084BB0E2}"/>
              </a:ext>
            </a:extLst>
          </p:cNvPr>
          <p:cNvSpPr/>
          <p:nvPr/>
        </p:nvSpPr>
        <p:spPr>
          <a:xfrm>
            <a:off x="2147917" y="4315834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786D18-0736-058E-0A5A-75A8335A157C}"/>
              </a:ext>
            </a:extLst>
          </p:cNvPr>
          <p:cNvCxnSpPr>
            <a:cxnSpLocks/>
          </p:cNvCxnSpPr>
          <p:nvPr/>
        </p:nvCxnSpPr>
        <p:spPr>
          <a:xfrm flipV="1">
            <a:off x="2188509" y="3711388"/>
            <a:ext cx="0" cy="599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1053F6-8E81-60B9-DBDF-8403BA41D126}"/>
              </a:ext>
            </a:extLst>
          </p:cNvPr>
          <p:cNvGrpSpPr/>
          <p:nvPr/>
        </p:nvGrpSpPr>
        <p:grpSpPr>
          <a:xfrm>
            <a:off x="1857929" y="2294481"/>
            <a:ext cx="1409404" cy="2310739"/>
            <a:chOff x="1535200" y="1666952"/>
            <a:chExt cx="1409404" cy="231073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3E9ED9-DA73-6B4D-10C3-545E9D2133BB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D52544-DCBF-EE13-6E1E-01E3F9C57D2B}"/>
                </a:ext>
              </a:extLst>
            </p:cNvPr>
            <p:cNvSpPr txBox="1"/>
            <p:nvPr/>
          </p:nvSpPr>
          <p:spPr>
            <a:xfrm>
              <a:off x="2588250" y="1666952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EB58939-C994-A9DF-2052-38080CD0C6CF}"/>
              </a:ext>
            </a:extLst>
          </p:cNvPr>
          <p:cNvSpPr txBox="1"/>
          <p:nvPr/>
        </p:nvSpPr>
        <p:spPr>
          <a:xfrm>
            <a:off x="1571062" y="3267955"/>
            <a:ext cx="12797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0°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A8FD71-F92F-759F-55E1-EBD51EA366C6}"/>
              </a:ext>
            </a:extLst>
          </p:cNvPr>
          <p:cNvGrpSpPr/>
          <p:nvPr/>
        </p:nvGrpSpPr>
        <p:grpSpPr>
          <a:xfrm>
            <a:off x="6887129" y="3190950"/>
            <a:ext cx="1167357" cy="1485987"/>
            <a:chOff x="1535200" y="2491704"/>
            <a:chExt cx="1167357" cy="148598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64E626-E1B8-1CC6-BBE6-880B19DF9E65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B2706A-52FE-DC07-7B15-1B691F3A38B2}"/>
                </a:ext>
              </a:extLst>
            </p:cNvPr>
            <p:cNvSpPr txBox="1"/>
            <p:nvPr/>
          </p:nvSpPr>
          <p:spPr>
            <a:xfrm>
              <a:off x="2346203" y="2491704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45ED42F-33A9-6A5A-08AE-54F9E32DF3E6}"/>
              </a:ext>
            </a:extLst>
          </p:cNvPr>
          <p:cNvSpPr txBox="1"/>
          <p:nvPr/>
        </p:nvSpPr>
        <p:spPr>
          <a:xfrm>
            <a:off x="9562512" y="1427867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E87FBA-50C7-BFE5-0036-91CF579BCFE6}"/>
              </a:ext>
            </a:extLst>
          </p:cNvPr>
          <p:cNvSpPr/>
          <p:nvPr/>
        </p:nvSpPr>
        <p:spPr>
          <a:xfrm>
            <a:off x="9611208" y="1684792"/>
            <a:ext cx="91440" cy="91440"/>
          </a:xfrm>
          <a:prstGeom prst="ellipse">
            <a:avLst/>
          </a:prstGeom>
          <a:solidFill>
            <a:srgbClr val="65CD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839631-3889-46BF-8589-E274735797E1}"/>
              </a:ext>
            </a:extLst>
          </p:cNvPr>
          <p:cNvSpPr txBox="1"/>
          <p:nvPr/>
        </p:nvSpPr>
        <p:spPr>
          <a:xfrm>
            <a:off x="6940967" y="1230387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B8B21F-C478-2A1A-0F0F-2A6E30F1DA33}"/>
              </a:ext>
            </a:extLst>
          </p:cNvPr>
          <p:cNvSpPr/>
          <p:nvPr/>
        </p:nvSpPr>
        <p:spPr>
          <a:xfrm>
            <a:off x="7097296" y="1492210"/>
            <a:ext cx="91440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030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07047-E57E-1791-A320-B0A07DE7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B13A6-81AB-D64E-5C96-8C02BE777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062" y="1379055"/>
            <a:ext cx="5687876" cy="427879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E0E66C9-0C77-7A7F-B0CB-D8D25D4B89C8}"/>
              </a:ext>
            </a:extLst>
          </p:cNvPr>
          <p:cNvGrpSpPr/>
          <p:nvPr/>
        </p:nvGrpSpPr>
        <p:grpSpPr>
          <a:xfrm>
            <a:off x="4520447" y="2841328"/>
            <a:ext cx="1292863" cy="1432198"/>
            <a:chOff x="1535200" y="2545493"/>
            <a:chExt cx="1292863" cy="14321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008C46-8D07-4AC5-964A-320985D521DC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53CA66-59EC-F691-9FFD-F40E54013CAA}"/>
                </a:ext>
              </a:extLst>
            </p:cNvPr>
            <p:cNvSpPr txBox="1"/>
            <p:nvPr/>
          </p:nvSpPr>
          <p:spPr>
            <a:xfrm>
              <a:off x="2471709" y="254549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979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6E59-46D3-52CE-1762-12043A58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392E4-123F-9843-CAD3-F626BCC5B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08" y="1828800"/>
            <a:ext cx="3745148" cy="320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A7DE3C-F10F-1B49-82CA-ED6BBF7B4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26" y="1828800"/>
            <a:ext cx="3745148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E65527-5FF2-2087-5EDF-CA8B443EE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044" y="1828800"/>
            <a:ext cx="3745148" cy="3200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7F9043C-1728-A60D-62CF-13E396337AA8}"/>
              </a:ext>
            </a:extLst>
          </p:cNvPr>
          <p:cNvGrpSpPr/>
          <p:nvPr/>
        </p:nvGrpSpPr>
        <p:grpSpPr>
          <a:xfrm>
            <a:off x="1221435" y="2832363"/>
            <a:ext cx="871522" cy="1217046"/>
            <a:chOff x="1535200" y="2760645"/>
            <a:chExt cx="871522" cy="121704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9D2E9B-54F7-BBA4-FC45-D5BCCA2E3C97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10EC79B-EF47-8092-6C3D-E01C51A9FF5E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4ECC76-C7EB-BF53-C267-6F4469E50FD8}"/>
              </a:ext>
            </a:extLst>
          </p:cNvPr>
          <p:cNvGrpSpPr/>
          <p:nvPr/>
        </p:nvGrpSpPr>
        <p:grpSpPr>
          <a:xfrm>
            <a:off x="5112117" y="2832363"/>
            <a:ext cx="871522" cy="1217046"/>
            <a:chOff x="1535200" y="2760645"/>
            <a:chExt cx="871522" cy="121704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B05DAFE-3782-0C84-56AE-85994348F7A9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6E71F2-04D2-8182-FA5A-FDEAA2A9CD73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939DA0-3EFF-C930-0681-1B38B61F1602}"/>
              </a:ext>
            </a:extLst>
          </p:cNvPr>
          <p:cNvGrpSpPr/>
          <p:nvPr/>
        </p:nvGrpSpPr>
        <p:grpSpPr>
          <a:xfrm>
            <a:off x="8984871" y="2841328"/>
            <a:ext cx="871522" cy="1217046"/>
            <a:chOff x="1535200" y="2760645"/>
            <a:chExt cx="871522" cy="121704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6E4BB7-5A76-7120-B722-D25321660A7E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D8E4DB-181F-1155-A0F0-7D436BCD8BA0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985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2E91-D697-A053-5A46-7B1EB261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10B00-102D-B316-7383-8EB482C28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828800"/>
            <a:ext cx="3745148" cy="3200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BD5B5-21F6-7748-BA5C-6EC70A709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828800"/>
            <a:ext cx="3745148" cy="3200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F4F33D-A919-AB34-8B72-BC78EA9A8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044" y="1828799"/>
            <a:ext cx="3745148" cy="320039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A880444-1B9B-E998-5549-2775308C4A61}"/>
              </a:ext>
            </a:extLst>
          </p:cNvPr>
          <p:cNvGrpSpPr/>
          <p:nvPr/>
        </p:nvGrpSpPr>
        <p:grpSpPr>
          <a:xfrm>
            <a:off x="1221435" y="2832363"/>
            <a:ext cx="871522" cy="1217046"/>
            <a:chOff x="1535200" y="2760645"/>
            <a:chExt cx="871522" cy="121704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EC829D-BC07-42B4-02C8-03A24E1FB4C0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B3A948-B970-1E8A-FF15-B58248BC1F83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E877B5-E5BB-B648-E997-0AA486A80718}"/>
              </a:ext>
            </a:extLst>
          </p:cNvPr>
          <p:cNvGrpSpPr/>
          <p:nvPr/>
        </p:nvGrpSpPr>
        <p:grpSpPr>
          <a:xfrm>
            <a:off x="5112117" y="2832363"/>
            <a:ext cx="871522" cy="1217046"/>
            <a:chOff x="1535200" y="2760645"/>
            <a:chExt cx="871522" cy="121704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CA9E7B-C978-2CD1-6CC9-5E35D1C99857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3E7040-AFEE-E246-A38D-0CB389947BB2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2F2D43-3005-44F3-A7E8-60278ADE4D0A}"/>
              </a:ext>
            </a:extLst>
          </p:cNvPr>
          <p:cNvGrpSpPr/>
          <p:nvPr/>
        </p:nvGrpSpPr>
        <p:grpSpPr>
          <a:xfrm>
            <a:off x="8984871" y="2841328"/>
            <a:ext cx="871522" cy="1217046"/>
            <a:chOff x="1535200" y="2760645"/>
            <a:chExt cx="871522" cy="121704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32CAFB-EF83-9F7B-4A2A-21419AD6702D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4DDBDA-0B13-43EA-2DB7-CF6880C1E9E0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454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3C3F-61F9-251F-69DF-E32CB13F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27FABF-98E0-1D37-6924-488AD6BF9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828800"/>
            <a:ext cx="3745148" cy="3200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F5EE25-1B1A-3AA8-563D-95347A2BF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828800"/>
            <a:ext cx="3745148" cy="320039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5375DCC-1161-7EEC-45D8-F02888150D00}"/>
              </a:ext>
            </a:extLst>
          </p:cNvPr>
          <p:cNvGrpSpPr/>
          <p:nvPr/>
        </p:nvGrpSpPr>
        <p:grpSpPr>
          <a:xfrm>
            <a:off x="1221435" y="2832363"/>
            <a:ext cx="871522" cy="1217046"/>
            <a:chOff x="1535200" y="2760645"/>
            <a:chExt cx="871522" cy="121704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1DA276A-45A4-EA74-3DC3-9F6749907957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CDA80D-6A70-97ED-1D82-FC9884D6D9B4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093845-6B33-75F9-E49C-F13E0768E677}"/>
              </a:ext>
            </a:extLst>
          </p:cNvPr>
          <p:cNvGrpSpPr/>
          <p:nvPr/>
        </p:nvGrpSpPr>
        <p:grpSpPr>
          <a:xfrm>
            <a:off x="5112117" y="2832363"/>
            <a:ext cx="871522" cy="1217046"/>
            <a:chOff x="1535200" y="2760645"/>
            <a:chExt cx="871522" cy="121704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DDB0BE-013A-DE48-0E17-AB7BBAEE892B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8306A2-D7EB-8331-2C63-78F14E438BFF}"/>
                </a:ext>
              </a:extLst>
            </p:cNvPr>
            <p:cNvSpPr txBox="1"/>
            <p:nvPr/>
          </p:nvSpPr>
          <p:spPr>
            <a:xfrm>
              <a:off x="2050368" y="2760645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671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E1D0C-8CE5-E048-5E21-979E9E8E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E982D-5E48-D62A-1C2F-A584F073C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986678"/>
            <a:ext cx="3745148" cy="288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A63748-CC5C-3226-4326-5846C96C7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986678"/>
            <a:ext cx="3745148" cy="2884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884DB4-049E-FA7C-8F1A-0F6E2ADBD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044" y="1986678"/>
            <a:ext cx="3745148" cy="2884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3C84AE-EA6E-8C21-42F6-C399EC03ACF5}"/>
              </a:ext>
            </a:extLst>
          </p:cNvPr>
          <p:cNvSpPr txBox="1"/>
          <p:nvPr/>
        </p:nvSpPr>
        <p:spPr>
          <a:xfrm>
            <a:off x="1140710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0°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8D0F6-0E5D-008D-95CF-512069F4FA84}"/>
              </a:ext>
            </a:extLst>
          </p:cNvPr>
          <p:cNvSpPr txBox="1"/>
          <p:nvPr/>
        </p:nvSpPr>
        <p:spPr>
          <a:xfrm>
            <a:off x="4954096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45°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3D18B-91A2-3275-0993-DA354DD357E9}"/>
              </a:ext>
            </a:extLst>
          </p:cNvPr>
          <p:cNvSpPr txBox="1"/>
          <p:nvPr/>
        </p:nvSpPr>
        <p:spPr>
          <a:xfrm>
            <a:off x="8833714" y="2304923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90°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957CBB-18E2-D559-A787-6DB391B255FA}"/>
              </a:ext>
            </a:extLst>
          </p:cNvPr>
          <p:cNvGrpSpPr/>
          <p:nvPr/>
        </p:nvGrpSpPr>
        <p:grpSpPr>
          <a:xfrm>
            <a:off x="1535200" y="3199916"/>
            <a:ext cx="997028" cy="777775"/>
            <a:chOff x="1535200" y="3199916"/>
            <a:chExt cx="997028" cy="77777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6ECC3A-202F-A0EE-7C09-359B0011609C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D749D7-8918-6501-08B0-C96E6A37B215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1A065C-183F-A7F4-A276-8ACFD0F60EC0}"/>
              </a:ext>
            </a:extLst>
          </p:cNvPr>
          <p:cNvGrpSpPr/>
          <p:nvPr/>
        </p:nvGrpSpPr>
        <p:grpSpPr>
          <a:xfrm>
            <a:off x="5407128" y="3199916"/>
            <a:ext cx="997028" cy="777775"/>
            <a:chOff x="1535200" y="3199916"/>
            <a:chExt cx="997028" cy="777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FA900B-BFDE-8F57-70D0-B791A7630194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FF1DEC-8713-8F21-9DB5-A3D1C6C3F407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D67855-491D-A107-33E0-54C88EFE959F}"/>
              </a:ext>
            </a:extLst>
          </p:cNvPr>
          <p:cNvGrpSpPr/>
          <p:nvPr/>
        </p:nvGrpSpPr>
        <p:grpSpPr>
          <a:xfrm>
            <a:off x="9279056" y="3199916"/>
            <a:ext cx="997028" cy="777775"/>
            <a:chOff x="1535200" y="3199916"/>
            <a:chExt cx="997028" cy="777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4A66BC-8E1E-5F49-F37E-C14A44325228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D25443-51E0-FAE8-EC73-B8552BA8DF45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00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6D65-5B03-ABFF-6699-93D2C5A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0B890-6C16-3103-8A72-443A60DC5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986677"/>
            <a:ext cx="3745148" cy="288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95A28-59AA-206E-3DC5-B1AF0A690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986677"/>
            <a:ext cx="3745148" cy="2884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95B83-0C88-DDA0-EE17-820B8F4E7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044" y="1986677"/>
            <a:ext cx="3745148" cy="2884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EBDE15-820B-39C9-5B3A-54E61D35959C}"/>
              </a:ext>
            </a:extLst>
          </p:cNvPr>
          <p:cNvSpPr txBox="1"/>
          <p:nvPr/>
        </p:nvSpPr>
        <p:spPr>
          <a:xfrm>
            <a:off x="1140710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135°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602E7E-0EA4-1A9D-00B8-F65399B0A1F3}"/>
              </a:ext>
            </a:extLst>
          </p:cNvPr>
          <p:cNvSpPr txBox="1"/>
          <p:nvPr/>
        </p:nvSpPr>
        <p:spPr>
          <a:xfrm>
            <a:off x="4954096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180°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1744C-8E2D-8A00-50DD-4C137E18BFCD}"/>
              </a:ext>
            </a:extLst>
          </p:cNvPr>
          <p:cNvSpPr txBox="1"/>
          <p:nvPr/>
        </p:nvSpPr>
        <p:spPr>
          <a:xfrm>
            <a:off x="8833714" y="2304923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225°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D39A67C-968F-2439-D506-EE8E3E8EC5A6}"/>
              </a:ext>
            </a:extLst>
          </p:cNvPr>
          <p:cNvGrpSpPr/>
          <p:nvPr/>
        </p:nvGrpSpPr>
        <p:grpSpPr>
          <a:xfrm>
            <a:off x="1535200" y="3199916"/>
            <a:ext cx="997028" cy="777775"/>
            <a:chOff x="1535200" y="3199916"/>
            <a:chExt cx="997028" cy="77777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FA2E84-CAEA-A000-DC00-FD23E29F08F4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4D5518-389B-6A76-4CE6-2C687C340341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54DAA1-EBFC-CCD5-8FAE-F2CFE3A40A3D}"/>
              </a:ext>
            </a:extLst>
          </p:cNvPr>
          <p:cNvGrpSpPr/>
          <p:nvPr/>
        </p:nvGrpSpPr>
        <p:grpSpPr>
          <a:xfrm>
            <a:off x="5407128" y="3199916"/>
            <a:ext cx="997028" cy="777775"/>
            <a:chOff x="1535200" y="3199916"/>
            <a:chExt cx="997028" cy="777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8F25DF-8C39-5748-90C7-3B1B63703E98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D1B28E-C3A0-2C84-35AE-275409C31FB8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0151F1-AC00-C974-0522-81712050F231}"/>
              </a:ext>
            </a:extLst>
          </p:cNvPr>
          <p:cNvGrpSpPr/>
          <p:nvPr/>
        </p:nvGrpSpPr>
        <p:grpSpPr>
          <a:xfrm>
            <a:off x="9279056" y="3199916"/>
            <a:ext cx="997028" cy="777775"/>
            <a:chOff x="1535200" y="3199916"/>
            <a:chExt cx="997028" cy="777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64CD2A-2501-3145-CDB7-EF8772D19300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61A53D-DB08-61ED-DF00-E54FD7D89781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60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CBCC-6DFF-E59D-8204-5BC99D8B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D77623-643F-52F5-AFDB-94854C7F7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808" y="1986677"/>
            <a:ext cx="3745148" cy="288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96EAB-C21C-7A8A-8100-8009A78D0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426" y="1986677"/>
            <a:ext cx="3745148" cy="2884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B69694-CD0A-598D-DD1C-BC2FB3948EA3}"/>
              </a:ext>
            </a:extLst>
          </p:cNvPr>
          <p:cNvSpPr txBox="1"/>
          <p:nvPr/>
        </p:nvSpPr>
        <p:spPr>
          <a:xfrm>
            <a:off x="1140710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270°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AF943-2646-44F2-EDB7-87570D60137B}"/>
              </a:ext>
            </a:extLst>
          </p:cNvPr>
          <p:cNvSpPr txBox="1"/>
          <p:nvPr/>
        </p:nvSpPr>
        <p:spPr>
          <a:xfrm>
            <a:off x="4954096" y="2304924"/>
            <a:ext cx="2283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Frequency: 3.4G</a:t>
            </a:r>
          </a:p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Azimuth: 315°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FFA4CC-505A-FE47-1C83-CDBF0EB462D1}"/>
              </a:ext>
            </a:extLst>
          </p:cNvPr>
          <p:cNvGrpSpPr/>
          <p:nvPr/>
        </p:nvGrpSpPr>
        <p:grpSpPr>
          <a:xfrm>
            <a:off x="1535200" y="3199916"/>
            <a:ext cx="997028" cy="777775"/>
            <a:chOff x="1535200" y="3199916"/>
            <a:chExt cx="997028" cy="77777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C70557-BBD1-253A-A046-47C13D52A92F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7C3372-A2E3-5722-FBC1-A1BEFF9A634B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82A0E4-72E1-4726-625A-86256A72D669}"/>
              </a:ext>
            </a:extLst>
          </p:cNvPr>
          <p:cNvGrpSpPr/>
          <p:nvPr/>
        </p:nvGrpSpPr>
        <p:grpSpPr>
          <a:xfrm>
            <a:off x="5407128" y="3199916"/>
            <a:ext cx="997028" cy="777775"/>
            <a:chOff x="1535200" y="3199916"/>
            <a:chExt cx="997028" cy="7777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103A40-FC87-37C6-05F6-F4A9EE4E94A5}"/>
                </a:ext>
              </a:extLst>
            </p:cNvPr>
            <p:cNvSpPr txBox="1"/>
            <p:nvPr/>
          </p:nvSpPr>
          <p:spPr>
            <a:xfrm>
              <a:off x="1535200" y="3716081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0EFBEB-5BB4-61B3-036B-112469A38911}"/>
                </a:ext>
              </a:extLst>
            </p:cNvPr>
            <p:cNvSpPr txBox="1"/>
            <p:nvPr/>
          </p:nvSpPr>
          <p:spPr>
            <a:xfrm>
              <a:off x="2175874" y="31999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71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100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10</cp:revision>
  <dcterms:created xsi:type="dcterms:W3CDTF">2026-05-28T03:25:10Z</dcterms:created>
  <dcterms:modified xsi:type="dcterms:W3CDTF">2026-06-05T07:30:07Z</dcterms:modified>
</cp:coreProperties>
</file>