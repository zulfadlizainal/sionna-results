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6" r:id="rId3"/>
    <p:sldId id="267" r:id="rId4"/>
    <p:sldId id="269" r:id="rId5"/>
    <p:sldId id="270" r:id="rId6"/>
    <p:sldId id="273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5CD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D9D8-3465-B313-F1C0-AB54E835E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1AA1-8366-C3B9-1D32-963BFFC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8825-CF08-53B5-8ABC-448CF408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95AD-7D57-E7BC-E86E-5B501C61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BF00-871B-3ADF-3BA0-F397F2D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1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1C1-C52D-3265-1DB2-7B73739E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A675-D0F7-FB7C-2265-FC4C7369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5819-6B3B-4FD2-4937-7C883E4F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754B-A6C5-E66F-113D-7E8E770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0522-5DF2-F195-5472-E0ED235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4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F90-6BAC-5C6C-08FE-6EE28931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01B7F-00B4-9366-76A5-3DDF5F96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F31C-588F-23CE-8880-20126A2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7E04-680E-212A-65A6-A16E6567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BEA-467D-EB22-7A62-70A1D7C0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19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5C9-7E2E-DB54-4548-9C8DD67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864-48E2-E9A7-C1E6-8661EAFD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5C49-B1BB-8A9F-3954-87375A62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BD7A-78B3-368B-C69C-11CE60F3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B910-159A-AA2D-2667-1A9ED968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2EDAC-D6E9-52F3-85BE-387B05B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ED89-8965-D6E1-C4AB-35820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40B-70F5-B500-0170-1D70D88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B274-32BC-0AC2-3D8E-09C0AAE3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332EC-E91D-CDDC-1016-462E5570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F0A4-F868-8C96-D99D-55219141F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BC70-E978-2AFF-F154-87F9A5F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D0DA0-F214-3F1A-8754-DD3404F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F7635-150B-C5A1-5BD2-06794A6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7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821-B2FC-F115-7C22-CC5750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AB277-2D62-02C1-9720-16BBF3A1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4F3E-E3B8-017B-81F8-929C0E0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D439-5085-4C11-EABE-17F3DD7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DEF2B-8D5A-AA3C-B1CA-1707C897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DF59-4399-A31D-19F4-530025F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BC01-0887-14FD-A244-5B9CEF1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CE1C-566B-5243-DBCE-952436AE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2479-DDAC-53CA-0555-F8DB2676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273E-F7FE-2AE0-2881-32E941FD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247D-3BE9-5808-EB37-EA54B48B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0273-A90C-9F62-DBB1-6B8ED1C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B19B-C21C-8FAC-014B-A5E211D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91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7C93-AA20-89E4-A740-8BEE73E7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89C2-A85C-2F3D-8727-057AAE6D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0D3B-3108-07AD-59C3-AB171DB4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6E57-3EF0-7D4E-B5E3-AC5C1CEE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CC79-A8D4-CC2B-65CC-4CBDAB18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966A-D024-8F8C-96D8-2C35449A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C972-0496-606D-2FD0-B5A636A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7907-3BA1-895C-792D-DA834BEB2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EA24-8181-94A3-740E-F980628D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4297-3479-C457-44CF-2EAC1699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DE9-3C06-7DF0-B6B0-CE9B49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13FC6-474B-BD3C-38FA-076EBB1F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BB0C-96A0-6586-CD81-DCA45C581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E4B1-B6B8-D471-EBE8-126F6386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E344-8AC2-9EB0-03D6-A5FD1CD6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1D30-D930-0F71-9578-26DB61A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2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3821-682A-516A-6EC0-3DA3426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A4C-90C6-4588-E4AF-DD52F1AF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BE94-38D4-B1EB-7DA5-D2F60341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47D9-F80A-75FE-399F-2D349D36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1607-57C2-EF07-BD8B-E90B81CE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05D5-835F-26DB-A687-CB68F446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1B2521-CCC4-81E7-3CF6-1F89A7295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267" y="2173673"/>
            <a:ext cx="5544263" cy="37836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D7A1F5-DF38-2B7C-B53C-6C0DA5B0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181" y="1043902"/>
            <a:ext cx="5564434" cy="9155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AEC950-8720-D368-BF4C-16B0C41A6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01" y="1043902"/>
            <a:ext cx="4925805" cy="491341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2F1DF57-FA7F-F047-53F5-19BD61F8B6AE}"/>
              </a:ext>
            </a:extLst>
          </p:cNvPr>
          <p:cNvSpPr/>
          <p:nvPr/>
        </p:nvSpPr>
        <p:spPr>
          <a:xfrm>
            <a:off x="2887057" y="2521324"/>
            <a:ext cx="91440" cy="91440"/>
          </a:xfrm>
          <a:prstGeom prst="ellipse">
            <a:avLst/>
          </a:prstGeom>
          <a:solidFill>
            <a:srgbClr val="65CD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3C8D26-53F6-8B08-EAC6-EC9C084BB0E2}"/>
              </a:ext>
            </a:extLst>
          </p:cNvPr>
          <p:cNvSpPr/>
          <p:nvPr/>
        </p:nvSpPr>
        <p:spPr>
          <a:xfrm>
            <a:off x="2147917" y="4315834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786D18-0736-058E-0A5A-75A8335A157C}"/>
              </a:ext>
            </a:extLst>
          </p:cNvPr>
          <p:cNvCxnSpPr>
            <a:cxnSpLocks/>
            <a:stCxn id="12" idx="7"/>
          </p:cNvCxnSpPr>
          <p:nvPr/>
        </p:nvCxnSpPr>
        <p:spPr>
          <a:xfrm flipV="1">
            <a:off x="2225966" y="3921125"/>
            <a:ext cx="399759" cy="408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1053F6-8E81-60B9-DBDF-8403BA41D126}"/>
              </a:ext>
            </a:extLst>
          </p:cNvPr>
          <p:cNvGrpSpPr/>
          <p:nvPr/>
        </p:nvGrpSpPr>
        <p:grpSpPr>
          <a:xfrm>
            <a:off x="1857929" y="2294481"/>
            <a:ext cx="1409404" cy="2310739"/>
            <a:chOff x="1535200" y="1666952"/>
            <a:chExt cx="1409404" cy="231073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3E9ED9-DA73-6B4D-10C3-545E9D2133BB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D52544-DCBF-EE13-6E1E-01E3F9C57D2B}"/>
                </a:ext>
              </a:extLst>
            </p:cNvPr>
            <p:cNvSpPr txBox="1"/>
            <p:nvPr/>
          </p:nvSpPr>
          <p:spPr>
            <a:xfrm>
              <a:off x="2588250" y="1666952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EB58939-C994-A9DF-2052-38080CD0C6CF}"/>
              </a:ext>
            </a:extLst>
          </p:cNvPr>
          <p:cNvSpPr txBox="1"/>
          <p:nvPr/>
        </p:nvSpPr>
        <p:spPr>
          <a:xfrm>
            <a:off x="2144149" y="3548943"/>
            <a:ext cx="12797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Azimuth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45°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DA8FD71-F92F-759F-55E1-EBD51EA366C6}"/>
              </a:ext>
            </a:extLst>
          </p:cNvPr>
          <p:cNvGrpSpPr/>
          <p:nvPr/>
        </p:nvGrpSpPr>
        <p:grpSpPr>
          <a:xfrm>
            <a:off x="6887129" y="3190950"/>
            <a:ext cx="1167357" cy="1485987"/>
            <a:chOff x="1535200" y="2491704"/>
            <a:chExt cx="1167357" cy="148598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864E626-E1B8-1CC6-BBE6-880B19DF9E65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7B2706A-52FE-DC07-7B15-1B691F3A38B2}"/>
                </a:ext>
              </a:extLst>
            </p:cNvPr>
            <p:cNvSpPr txBox="1"/>
            <p:nvPr/>
          </p:nvSpPr>
          <p:spPr>
            <a:xfrm>
              <a:off x="2346203" y="2491704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45ED42F-33A9-6A5A-08AE-54F9E32DF3E6}"/>
              </a:ext>
            </a:extLst>
          </p:cNvPr>
          <p:cNvSpPr txBox="1"/>
          <p:nvPr/>
        </p:nvSpPr>
        <p:spPr>
          <a:xfrm>
            <a:off x="9562512" y="1427867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E87FBA-50C7-BFE5-0036-91CF579BCFE6}"/>
              </a:ext>
            </a:extLst>
          </p:cNvPr>
          <p:cNvSpPr/>
          <p:nvPr/>
        </p:nvSpPr>
        <p:spPr>
          <a:xfrm>
            <a:off x="9611208" y="1684792"/>
            <a:ext cx="91440" cy="91440"/>
          </a:xfrm>
          <a:prstGeom prst="ellipse">
            <a:avLst/>
          </a:prstGeom>
          <a:solidFill>
            <a:srgbClr val="65CD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839631-3889-46BF-8589-E274735797E1}"/>
              </a:ext>
            </a:extLst>
          </p:cNvPr>
          <p:cNvSpPr txBox="1"/>
          <p:nvPr/>
        </p:nvSpPr>
        <p:spPr>
          <a:xfrm>
            <a:off x="6940967" y="1230387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B8B21F-C478-2A1A-0F0F-2A6E30F1DA33}"/>
              </a:ext>
            </a:extLst>
          </p:cNvPr>
          <p:cNvSpPr/>
          <p:nvPr/>
        </p:nvSpPr>
        <p:spPr>
          <a:xfrm>
            <a:off x="7097296" y="1492210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FEB6ED-16A7-38DF-E67D-3BA71889E18C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193637" y="3663950"/>
            <a:ext cx="0" cy="6518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F850B2-B6E4-9558-5ABA-33AAEFA8E134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2239357" y="4360284"/>
            <a:ext cx="656590" cy="12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303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6E59-46D3-52CE-1762-12043A58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0392E4-123F-9843-CAD3-F626BCC5B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808" y="1828800"/>
            <a:ext cx="3745148" cy="3200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A7DE3C-F10F-1B49-82CA-ED6BBF7B4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426" y="1828800"/>
            <a:ext cx="3745148" cy="32003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E65527-5FF2-2087-5EDF-CA8B443EE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3044" y="1828800"/>
            <a:ext cx="3745148" cy="320039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7F9043C-1728-A60D-62CF-13E396337AA8}"/>
              </a:ext>
            </a:extLst>
          </p:cNvPr>
          <p:cNvGrpSpPr/>
          <p:nvPr/>
        </p:nvGrpSpPr>
        <p:grpSpPr>
          <a:xfrm>
            <a:off x="1221435" y="2832363"/>
            <a:ext cx="871522" cy="1217046"/>
            <a:chOff x="1535200" y="2760645"/>
            <a:chExt cx="871522" cy="121704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9D2E9B-54F7-BBA4-FC45-D5BCCA2E3C97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10EC79B-EF47-8092-6C3D-E01C51A9FF5E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4ECC76-C7EB-BF53-C267-6F4469E50FD8}"/>
              </a:ext>
            </a:extLst>
          </p:cNvPr>
          <p:cNvGrpSpPr/>
          <p:nvPr/>
        </p:nvGrpSpPr>
        <p:grpSpPr>
          <a:xfrm>
            <a:off x="5112117" y="2832363"/>
            <a:ext cx="871522" cy="1217046"/>
            <a:chOff x="1535200" y="2760645"/>
            <a:chExt cx="871522" cy="121704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B05DAFE-3782-0C84-56AE-85994348F7A9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6E71F2-04D2-8182-FA5A-FDEAA2A9CD73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C939DA0-3EFF-C930-0681-1B38B61F1602}"/>
              </a:ext>
            </a:extLst>
          </p:cNvPr>
          <p:cNvGrpSpPr/>
          <p:nvPr/>
        </p:nvGrpSpPr>
        <p:grpSpPr>
          <a:xfrm>
            <a:off x="8984871" y="2841328"/>
            <a:ext cx="871522" cy="1217046"/>
            <a:chOff x="1535200" y="2760645"/>
            <a:chExt cx="871522" cy="121704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6E4BB7-5A76-7120-B722-D25321660A7E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CD8E4DB-181F-1155-A0F0-7D436BCD8BA0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985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02E91-D697-A053-5A46-7B1EB261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10B00-102D-B316-7383-8EB482C28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808" y="1828800"/>
            <a:ext cx="3745147" cy="3200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BD5B5-21F6-7748-BA5C-6EC70A709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426" y="1828800"/>
            <a:ext cx="3745147" cy="32003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F4F33D-A919-AB34-8B72-BC78EA9A8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3044" y="1828799"/>
            <a:ext cx="3745147" cy="320039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A880444-1B9B-E998-5549-2775308C4A61}"/>
              </a:ext>
            </a:extLst>
          </p:cNvPr>
          <p:cNvGrpSpPr/>
          <p:nvPr/>
        </p:nvGrpSpPr>
        <p:grpSpPr>
          <a:xfrm>
            <a:off x="1221435" y="2832363"/>
            <a:ext cx="871522" cy="1217046"/>
            <a:chOff x="1535200" y="2760645"/>
            <a:chExt cx="871522" cy="121704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EC829D-BC07-42B4-02C8-03A24E1FB4C0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3B3A948-B970-1E8A-FF15-B58248BC1F83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7E877B5-E5BB-B648-E997-0AA486A80718}"/>
              </a:ext>
            </a:extLst>
          </p:cNvPr>
          <p:cNvGrpSpPr/>
          <p:nvPr/>
        </p:nvGrpSpPr>
        <p:grpSpPr>
          <a:xfrm>
            <a:off x="5112117" y="2832363"/>
            <a:ext cx="871522" cy="1217046"/>
            <a:chOff x="1535200" y="2760645"/>
            <a:chExt cx="871522" cy="121704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CA9E7B-C978-2CD1-6CC9-5E35D1C99857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3E7040-AFEE-E246-A38D-0CB389947BB2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2F2D43-3005-44F3-A7E8-60278ADE4D0A}"/>
              </a:ext>
            </a:extLst>
          </p:cNvPr>
          <p:cNvGrpSpPr/>
          <p:nvPr/>
        </p:nvGrpSpPr>
        <p:grpSpPr>
          <a:xfrm>
            <a:off x="8984871" y="2841328"/>
            <a:ext cx="871522" cy="1217046"/>
            <a:chOff x="1535200" y="2760645"/>
            <a:chExt cx="871522" cy="121704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32CAFB-EF83-9F7B-4A2A-21419AD6702D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4DDBDA-0B13-43EA-2DB7-CF6880C1E9E0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454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E1D0C-8CE5-E048-5E21-979E9E8E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0E982D-5E48-D62A-1C2F-A584F073C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808" y="1986678"/>
            <a:ext cx="3745147" cy="2884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A63748-CC5C-3226-4326-5846C96C7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426" y="1986678"/>
            <a:ext cx="3745147" cy="28846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884DB4-049E-FA7C-8F1A-0F6E2ADBD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3044" y="1986678"/>
            <a:ext cx="3745147" cy="28846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3C84AE-EA6E-8C21-42F6-C399EC03ACF5}"/>
              </a:ext>
            </a:extLst>
          </p:cNvPr>
          <p:cNvSpPr txBox="1"/>
          <p:nvPr/>
        </p:nvSpPr>
        <p:spPr>
          <a:xfrm>
            <a:off x="1140710" y="2304924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Tilt: 0°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8D0F6-0E5D-008D-95CF-512069F4FA84}"/>
              </a:ext>
            </a:extLst>
          </p:cNvPr>
          <p:cNvSpPr txBox="1"/>
          <p:nvPr/>
        </p:nvSpPr>
        <p:spPr>
          <a:xfrm>
            <a:off x="4954096" y="2304924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Tilt : 15°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3D18B-91A2-3275-0993-DA354DD357E9}"/>
              </a:ext>
            </a:extLst>
          </p:cNvPr>
          <p:cNvSpPr txBox="1"/>
          <p:nvPr/>
        </p:nvSpPr>
        <p:spPr>
          <a:xfrm>
            <a:off x="8833714" y="2304923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Tilt : 30°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957CBB-18E2-D559-A787-6DB391B255FA}"/>
              </a:ext>
            </a:extLst>
          </p:cNvPr>
          <p:cNvGrpSpPr/>
          <p:nvPr/>
        </p:nvGrpSpPr>
        <p:grpSpPr>
          <a:xfrm>
            <a:off x="1535200" y="3199916"/>
            <a:ext cx="997028" cy="777775"/>
            <a:chOff x="1535200" y="3199916"/>
            <a:chExt cx="997028" cy="77777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6ECC3A-202F-A0EE-7C09-359B0011609C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D749D7-8918-6501-08B0-C96E6A37B215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1A065C-183F-A7F4-A276-8ACFD0F60EC0}"/>
              </a:ext>
            </a:extLst>
          </p:cNvPr>
          <p:cNvGrpSpPr/>
          <p:nvPr/>
        </p:nvGrpSpPr>
        <p:grpSpPr>
          <a:xfrm>
            <a:off x="5407128" y="3199916"/>
            <a:ext cx="997028" cy="777775"/>
            <a:chOff x="1535200" y="3199916"/>
            <a:chExt cx="997028" cy="777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FA900B-BFDE-8F57-70D0-B791A7630194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FF1DEC-8713-8F21-9DB5-A3D1C6C3F407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D67855-491D-A107-33E0-54C88EFE959F}"/>
              </a:ext>
            </a:extLst>
          </p:cNvPr>
          <p:cNvGrpSpPr/>
          <p:nvPr/>
        </p:nvGrpSpPr>
        <p:grpSpPr>
          <a:xfrm>
            <a:off x="9279056" y="3199916"/>
            <a:ext cx="997028" cy="777775"/>
            <a:chOff x="1535200" y="3199916"/>
            <a:chExt cx="997028" cy="777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4A66BC-8E1E-5F49-F37E-C14A44325228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7D25443-51E0-FAE8-EC73-B8552BA8DF45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600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26D65-5B03-ABFF-6699-93D2C5AC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0B890-6C16-3103-8A72-443A60DC5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808" y="1986677"/>
            <a:ext cx="3745147" cy="2884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495A28-59AA-206E-3DC5-B1AF0A690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426" y="1986677"/>
            <a:ext cx="3745147" cy="28846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995B83-0C88-DDA0-EE17-820B8F4E7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3044" y="1986677"/>
            <a:ext cx="3745147" cy="28846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EBDE15-820B-39C9-5B3A-54E61D35959C}"/>
              </a:ext>
            </a:extLst>
          </p:cNvPr>
          <p:cNvSpPr txBox="1"/>
          <p:nvPr/>
        </p:nvSpPr>
        <p:spPr>
          <a:xfrm>
            <a:off x="1140710" y="2304924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Tilt : 45°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602E7E-0EA4-1A9D-00B8-F65399B0A1F3}"/>
              </a:ext>
            </a:extLst>
          </p:cNvPr>
          <p:cNvSpPr txBox="1"/>
          <p:nvPr/>
        </p:nvSpPr>
        <p:spPr>
          <a:xfrm>
            <a:off x="4954096" y="2304924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Tilt : 60°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1744C-8E2D-8A00-50DD-4C137E18BFCD}"/>
              </a:ext>
            </a:extLst>
          </p:cNvPr>
          <p:cNvSpPr txBox="1"/>
          <p:nvPr/>
        </p:nvSpPr>
        <p:spPr>
          <a:xfrm>
            <a:off x="8833714" y="2304923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Tilt : 75°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D39A67C-968F-2439-D506-EE8E3E8EC5A6}"/>
              </a:ext>
            </a:extLst>
          </p:cNvPr>
          <p:cNvGrpSpPr/>
          <p:nvPr/>
        </p:nvGrpSpPr>
        <p:grpSpPr>
          <a:xfrm>
            <a:off x="1535200" y="3199916"/>
            <a:ext cx="997028" cy="777775"/>
            <a:chOff x="1535200" y="3199916"/>
            <a:chExt cx="997028" cy="77777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FA2E84-CAEA-A000-DC00-FD23E29F08F4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64D5518-389B-6A76-4CE6-2C687C340341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54DAA1-EBFC-CCD5-8FAE-F2CFE3A40A3D}"/>
              </a:ext>
            </a:extLst>
          </p:cNvPr>
          <p:cNvGrpSpPr/>
          <p:nvPr/>
        </p:nvGrpSpPr>
        <p:grpSpPr>
          <a:xfrm>
            <a:off x="5407128" y="3199916"/>
            <a:ext cx="997028" cy="777775"/>
            <a:chOff x="1535200" y="3199916"/>
            <a:chExt cx="997028" cy="777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8F25DF-8C39-5748-90C7-3B1B63703E98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D1B28E-C3A0-2C84-35AE-275409C31FB8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0151F1-AC00-C974-0522-81712050F231}"/>
              </a:ext>
            </a:extLst>
          </p:cNvPr>
          <p:cNvGrpSpPr/>
          <p:nvPr/>
        </p:nvGrpSpPr>
        <p:grpSpPr>
          <a:xfrm>
            <a:off x="9279056" y="3199916"/>
            <a:ext cx="997028" cy="777775"/>
            <a:chOff x="1535200" y="3199916"/>
            <a:chExt cx="997028" cy="777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64CD2A-2501-3145-CDB7-EF8772D19300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761A53D-DB08-61ED-DF00-E54FD7D89781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760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3401-8741-1921-5AD7-729805AF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ABB111C-18F0-CE89-18AE-6B3ADF665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113" y="1188715"/>
            <a:ext cx="722377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2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76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zzainal</dc:creator>
  <cp:lastModifiedBy>zzainal</cp:lastModifiedBy>
  <cp:revision>12</cp:revision>
  <dcterms:created xsi:type="dcterms:W3CDTF">2026-05-28T03:25:10Z</dcterms:created>
  <dcterms:modified xsi:type="dcterms:W3CDTF">2026-06-08T03:06:49Z</dcterms:modified>
</cp:coreProperties>
</file>