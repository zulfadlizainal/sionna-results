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5CD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D9D8-3465-B313-F1C0-AB54E835E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F1AA1-8366-C3B9-1D32-963BFFC67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E8825-CF08-53B5-8ABC-448CF4086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595AD-7D57-E7BC-E86E-5B501C61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CBF00-871B-3ADF-3BA0-F397F2DA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31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C1C1-C52D-3265-1DB2-7B73739E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A675-D0F7-FB7C-2265-FC4C73691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75819-6B3B-4FD2-4937-7C883E4F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4754B-A6C5-E66F-113D-7E8E770F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0522-5DF2-F195-5472-E0ED235C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84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CF90-6BAC-5C6C-08FE-6EE28931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01B7F-00B4-9366-76A5-3DDF5F96B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1F31C-588F-23CE-8880-20126A23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67E04-680E-212A-65A6-A16E6567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6BBEA-467D-EB22-7A62-70A1D7C0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19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B5C9-7E2E-DB54-4548-9C8DD679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F7864-48E2-E9A7-C1E6-8661EAFD5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45C49-B1BB-8A9F-3954-87375A62F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9BD7A-78B3-368B-C69C-11CE60F3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8B910-159A-AA2D-2667-1A9ED968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2EDAC-D6E9-52F3-85BE-387B05BB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53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ED89-8965-D6E1-C4AB-35820640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9140B-70F5-B500-0170-1D70D886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8B274-32BC-0AC2-3D8E-09C0AAE34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332EC-E91D-CDDC-1016-462E5570B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5F0A4-F868-8C96-D99D-55219141F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7BC70-E978-2AFF-F154-87F9A5FE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D0DA0-F214-3F1A-8754-DD3404F6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F7635-150B-C5A1-5BD2-06794A67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277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D821-B2FC-F115-7C22-CC575025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AB277-2D62-02C1-9720-16BBF3A1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14F3E-E3B8-017B-81F8-929C0E0F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BD439-5085-4C11-EABE-17F3DD7D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58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DEF2B-8D5A-AA3C-B1CA-1707C897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DDF59-4399-A31D-19F4-530025F9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BC01-0887-14FD-A244-5B9CEF1B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47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CE1C-566B-5243-DBCE-952436AE7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62479-DDAC-53CA-0555-F8DB2676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5273E-F7FE-2AE0-2881-32E941FD4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3247D-3BE9-5808-EB37-EA54B48B4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20273-A90C-9F62-DBB1-6B8ED1C9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BB19B-C21C-8FAC-014B-A5E211DA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491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7C93-AA20-89E4-A740-8BEE73E7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389C2-A85C-2F3D-8727-057AAE6D1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D0D3B-3108-07AD-59C3-AB171DB46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16E57-3EF0-7D4E-B5E3-AC5C1CEE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BCC79-A8D4-CC2B-65CC-4CBDAB18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B966A-D024-8F8C-96D8-2C35449A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11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C972-0496-606D-2FD0-B5A636A4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17907-3BA1-895C-792D-DA834BEB2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0EA24-8181-94A3-740E-F980628D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34297-3479-C457-44CF-2EAC1699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8DE9-3C06-7DF0-B6B0-CE9B49CB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18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13FC6-474B-BD3C-38FA-076EBB1F8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0BB0C-96A0-6586-CD81-DCA45C581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E4B1-B6B8-D471-EBE8-126F6386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2E344-8AC2-9EB0-03D6-A5FD1CD6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1D30-D930-0F71-9578-26DB61AC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2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23821-682A-516A-6EC0-3DA3426F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32A4C-90C6-4588-E4AF-DD52F1AF6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DBE94-38D4-B1EB-7DA5-D2F603411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BDE45-A43B-44ED-A8A4-A0BC352449A2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A47D9-F80A-75FE-399F-2D349D365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51607-57C2-EF07-BD8B-E90B81CED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295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633A4-2086-D303-0E9E-3308D3211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3D9BD9-3CBB-A4A5-3784-225B9FB07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29" y="1996027"/>
            <a:ext cx="2959242" cy="30175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F949E2-38CA-CA6A-C2D1-8EB2AC996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071" y="1996027"/>
            <a:ext cx="2959242" cy="3017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6FC640-9980-BFC7-8565-C18B31AF3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313" y="1996027"/>
            <a:ext cx="2959242" cy="3017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461719-0B17-2712-A55B-942E67FBB8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555" y="1996027"/>
            <a:ext cx="2959242" cy="3017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615181-A98B-C3A7-FA14-9827E2BAE47A}"/>
              </a:ext>
            </a:extLst>
          </p:cNvPr>
          <p:cNvSpPr txBox="1"/>
          <p:nvPr/>
        </p:nvSpPr>
        <p:spPr>
          <a:xfrm>
            <a:off x="488546" y="1713255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Pattern: iso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F9D9D4-29FC-0564-969F-C184004E27B8}"/>
              </a:ext>
            </a:extLst>
          </p:cNvPr>
          <p:cNvSpPr txBox="1"/>
          <p:nvPr/>
        </p:nvSpPr>
        <p:spPr>
          <a:xfrm>
            <a:off x="3447788" y="1713255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Pattern: dipole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16B271-3CE0-2ABD-0085-A1FBBFAF3BD6}"/>
              </a:ext>
            </a:extLst>
          </p:cNvPr>
          <p:cNvSpPr txBox="1"/>
          <p:nvPr/>
        </p:nvSpPr>
        <p:spPr>
          <a:xfrm>
            <a:off x="6407030" y="1713255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Pattern: </a:t>
            </a:r>
            <a:r>
              <a:rPr lang="en-US" altLang="ja-JP" sz="1050" dirty="0" err="1">
                <a:latin typeface="Arial" panose="020B0604020202020204" pitchFamily="34" charset="0"/>
                <a:cs typeface="Arial" panose="020B0604020202020204" pitchFamily="34" charset="0"/>
              </a:rPr>
              <a:t>hw_dipole</a:t>
            </a:r>
            <a:endParaRPr lang="en-US" altLang="ja-JP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68B7EE-CFA0-9F46-5CFF-5A25D035BA0A}"/>
              </a:ext>
            </a:extLst>
          </p:cNvPr>
          <p:cNvSpPr txBox="1"/>
          <p:nvPr/>
        </p:nvSpPr>
        <p:spPr>
          <a:xfrm>
            <a:off x="9366272" y="1713255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Pattern: tr38901</a:t>
            </a:r>
          </a:p>
        </p:txBody>
      </p:sp>
    </p:spTree>
    <p:extLst>
      <p:ext uri="{BB962C8B-B14F-4D97-AF65-F5344CB8AC3E}">
        <p14:creationId xmlns:p14="http://schemas.microsoft.com/office/powerpoint/2010/main" val="3938754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F3C48-7C13-E7E9-EAD7-D99521A7D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5C54EC-4B20-A5AA-D2F1-06A99C9DE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780" y="1996027"/>
            <a:ext cx="2933340" cy="30175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D275AC-3283-727C-5ECC-19BE7B58C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3022" y="1996027"/>
            <a:ext cx="2933340" cy="3017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6EFA14-BBE5-3637-4786-D19FDB6F10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82264" y="1996027"/>
            <a:ext cx="2933340" cy="3017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DF3E4D-8596-5976-947C-4A184DC1B8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41506" y="1996027"/>
            <a:ext cx="2933340" cy="3017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2EC209-142E-15FD-4787-4CEEEBC088E8}"/>
              </a:ext>
            </a:extLst>
          </p:cNvPr>
          <p:cNvSpPr txBox="1"/>
          <p:nvPr/>
        </p:nvSpPr>
        <p:spPr>
          <a:xfrm>
            <a:off x="488546" y="1713255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Pattern: iso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77C6E9-6046-B6F4-6AF6-850B2835EEB3}"/>
              </a:ext>
            </a:extLst>
          </p:cNvPr>
          <p:cNvSpPr txBox="1"/>
          <p:nvPr/>
        </p:nvSpPr>
        <p:spPr>
          <a:xfrm>
            <a:off x="3447788" y="1713255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Pattern: dipole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82B1C-7B25-A6A7-8EA1-1E0AEA692888}"/>
              </a:ext>
            </a:extLst>
          </p:cNvPr>
          <p:cNvSpPr txBox="1"/>
          <p:nvPr/>
        </p:nvSpPr>
        <p:spPr>
          <a:xfrm>
            <a:off x="6407030" y="1713255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Pattern: </a:t>
            </a:r>
            <a:r>
              <a:rPr lang="en-US" altLang="ja-JP" sz="1050" dirty="0" err="1">
                <a:latin typeface="Arial" panose="020B0604020202020204" pitchFamily="34" charset="0"/>
                <a:cs typeface="Arial" panose="020B0604020202020204" pitchFamily="34" charset="0"/>
              </a:rPr>
              <a:t>hw_dipole</a:t>
            </a:r>
            <a:endParaRPr lang="en-US" altLang="ja-JP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D743C-E1BC-8C61-45A1-CCE9013A98D2}"/>
              </a:ext>
            </a:extLst>
          </p:cNvPr>
          <p:cNvSpPr txBox="1"/>
          <p:nvPr/>
        </p:nvSpPr>
        <p:spPr>
          <a:xfrm>
            <a:off x="9366272" y="1713255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Pattern: tr38901</a:t>
            </a:r>
          </a:p>
        </p:txBody>
      </p:sp>
    </p:spTree>
    <p:extLst>
      <p:ext uri="{BB962C8B-B14F-4D97-AF65-F5344CB8AC3E}">
        <p14:creationId xmlns:p14="http://schemas.microsoft.com/office/powerpoint/2010/main" val="248447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18E7D-8648-EDAD-28AA-90584A45C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1D2C7-82AD-54B6-EE37-9AEF412B3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780" y="2267905"/>
            <a:ext cx="2933340" cy="24737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260603-466E-2C8A-6D0E-0421997C8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3022" y="2300516"/>
            <a:ext cx="2933340" cy="24085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C60A12-208E-9096-3D98-03637DFD16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82264" y="2308802"/>
            <a:ext cx="2933340" cy="23919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458FB1-8A06-6857-5911-7F160B0440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41506" y="2283943"/>
            <a:ext cx="2933340" cy="24416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00779D-2162-1356-23E9-A5B0B2030A73}"/>
              </a:ext>
            </a:extLst>
          </p:cNvPr>
          <p:cNvSpPr txBox="1"/>
          <p:nvPr/>
        </p:nvSpPr>
        <p:spPr>
          <a:xfrm>
            <a:off x="282358" y="1955302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Pattern: iso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29734-9AF1-EBA1-343F-6C0F1DF4648A}"/>
              </a:ext>
            </a:extLst>
          </p:cNvPr>
          <p:cNvSpPr txBox="1"/>
          <p:nvPr/>
        </p:nvSpPr>
        <p:spPr>
          <a:xfrm>
            <a:off x="3241600" y="1955302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Pattern: dipole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3DC587-1DB9-59B5-D912-CCEC10EC89E3}"/>
              </a:ext>
            </a:extLst>
          </p:cNvPr>
          <p:cNvSpPr txBox="1"/>
          <p:nvPr/>
        </p:nvSpPr>
        <p:spPr>
          <a:xfrm>
            <a:off x="6200842" y="1955302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Pattern: </a:t>
            </a:r>
            <a:r>
              <a:rPr lang="en-US" altLang="ja-JP" sz="1050" dirty="0" err="1">
                <a:latin typeface="Arial" panose="020B0604020202020204" pitchFamily="34" charset="0"/>
                <a:cs typeface="Arial" panose="020B0604020202020204" pitchFamily="34" charset="0"/>
              </a:rPr>
              <a:t>hw_dipole</a:t>
            </a:r>
            <a:endParaRPr lang="en-US" altLang="ja-JP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954215-2FEE-CA3C-CD1E-B90CE8C6A545}"/>
              </a:ext>
            </a:extLst>
          </p:cNvPr>
          <p:cNvSpPr txBox="1"/>
          <p:nvPr/>
        </p:nvSpPr>
        <p:spPr>
          <a:xfrm>
            <a:off x="9160084" y="1955302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Pattern: tr38901</a:t>
            </a:r>
          </a:p>
        </p:txBody>
      </p:sp>
    </p:spTree>
    <p:extLst>
      <p:ext uri="{BB962C8B-B14F-4D97-AF65-F5344CB8AC3E}">
        <p14:creationId xmlns:p14="http://schemas.microsoft.com/office/powerpoint/2010/main" val="710413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CEE93-9CC8-ECA0-D393-4E088F942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411B06-1CE4-DE96-E4ED-1557C72DD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829" y="2240383"/>
            <a:ext cx="2959242" cy="25288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B6BB8D-5C28-BA20-44E3-190B84924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0071" y="2240383"/>
            <a:ext cx="2959242" cy="2528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F302DD-4093-BCB3-E456-71E34D8DE8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9313" y="2240383"/>
            <a:ext cx="2959242" cy="25288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F80793-9D85-F9BB-6B6A-E124A3B5A4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555" y="2240383"/>
            <a:ext cx="2959242" cy="252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812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93C6B-9B7B-E8D4-33BB-B2F566B9E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CA0249-1794-7AA9-F7B7-50E521E59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780" y="2543866"/>
            <a:ext cx="2933340" cy="19218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076B43-4B91-CDBD-3279-FCC2863A1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3022" y="2543866"/>
            <a:ext cx="2933340" cy="19218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73F122-3E45-D7AA-A917-C2EA34196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82264" y="2543866"/>
            <a:ext cx="2933340" cy="19218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225CC9-F12C-553C-EF43-7B04DC8FA0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41506" y="2543865"/>
            <a:ext cx="2933340" cy="19218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ABF38A-AB9B-F909-6820-AB4D048DEB79}"/>
              </a:ext>
            </a:extLst>
          </p:cNvPr>
          <p:cNvSpPr txBox="1"/>
          <p:nvPr/>
        </p:nvSpPr>
        <p:spPr>
          <a:xfrm>
            <a:off x="649912" y="2349749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Pattern: iso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2E5D2D-D389-7AD5-F8D4-1B483546A419}"/>
              </a:ext>
            </a:extLst>
          </p:cNvPr>
          <p:cNvSpPr txBox="1"/>
          <p:nvPr/>
        </p:nvSpPr>
        <p:spPr>
          <a:xfrm>
            <a:off x="3609154" y="2349749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Pattern: dipole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A36C50-D2E3-905F-1CFB-60CB37FB0FAA}"/>
              </a:ext>
            </a:extLst>
          </p:cNvPr>
          <p:cNvSpPr txBox="1"/>
          <p:nvPr/>
        </p:nvSpPr>
        <p:spPr>
          <a:xfrm>
            <a:off x="6568396" y="2349749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Pattern: </a:t>
            </a:r>
            <a:r>
              <a:rPr lang="en-US" altLang="ja-JP" sz="1050" dirty="0" err="1">
                <a:latin typeface="Arial" panose="020B0604020202020204" pitchFamily="34" charset="0"/>
                <a:cs typeface="Arial" panose="020B0604020202020204" pitchFamily="34" charset="0"/>
              </a:rPr>
              <a:t>hw_dipole</a:t>
            </a:r>
            <a:endParaRPr lang="en-US" altLang="ja-JP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F08488-5F08-CF31-D357-E566191420FB}"/>
              </a:ext>
            </a:extLst>
          </p:cNvPr>
          <p:cNvSpPr txBox="1"/>
          <p:nvPr/>
        </p:nvSpPr>
        <p:spPr>
          <a:xfrm>
            <a:off x="9527638" y="2349749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Pattern: tr38901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7CCB79-99EC-65C0-AC33-B4F44807E8EE}"/>
              </a:ext>
            </a:extLst>
          </p:cNvPr>
          <p:cNvSpPr txBox="1"/>
          <p:nvPr/>
        </p:nvSpPr>
        <p:spPr>
          <a:xfrm>
            <a:off x="10660577" y="3394741"/>
            <a:ext cx="7873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800" b="1" dirty="0">
                <a:latin typeface="Arial" panose="020B0604020202020204" pitchFamily="34" charset="0"/>
                <a:cs typeface="Arial" panose="020B0604020202020204" pitchFamily="34" charset="0"/>
              </a:rPr>
              <a:t>Strong RSS in main lobe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948487-D54D-DB0C-7658-26F8E937A7FC}"/>
              </a:ext>
            </a:extLst>
          </p:cNvPr>
          <p:cNvSpPr txBox="1"/>
          <p:nvPr/>
        </p:nvSpPr>
        <p:spPr>
          <a:xfrm>
            <a:off x="9937257" y="3138923"/>
            <a:ext cx="9524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800" b="1" dirty="0">
                <a:latin typeface="Arial" panose="020B0604020202020204" pitchFamily="34" charset="0"/>
                <a:cs typeface="Arial" panose="020B0604020202020204" pitchFamily="34" charset="0"/>
              </a:rPr>
              <a:t>Weak RSS in side/back lobe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428C8C-12E0-CD50-11CE-1905038ACCE4}"/>
              </a:ext>
            </a:extLst>
          </p:cNvPr>
          <p:cNvCxnSpPr/>
          <p:nvPr/>
        </p:nvCxnSpPr>
        <p:spPr>
          <a:xfrm flipH="1">
            <a:off x="9852212" y="3441618"/>
            <a:ext cx="161364" cy="1532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A4B3325-C582-FDDF-0425-A5C78FA0F4DD}"/>
              </a:ext>
            </a:extLst>
          </p:cNvPr>
          <p:cNvCxnSpPr/>
          <p:nvPr/>
        </p:nvCxnSpPr>
        <p:spPr>
          <a:xfrm flipH="1">
            <a:off x="10533529" y="3701596"/>
            <a:ext cx="161364" cy="1532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483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68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zzainal</dc:creator>
  <cp:lastModifiedBy>zzainal</cp:lastModifiedBy>
  <cp:revision>14</cp:revision>
  <dcterms:created xsi:type="dcterms:W3CDTF">2026-05-28T03:25:10Z</dcterms:created>
  <dcterms:modified xsi:type="dcterms:W3CDTF">2026-06-10T01:42:42Z</dcterms:modified>
</cp:coreProperties>
</file>