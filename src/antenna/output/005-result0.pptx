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5CD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633A4-2086-D303-0E9E-3308D321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615181-A98B-C3A7-FA14-9827E2BAE47A}"/>
              </a:ext>
            </a:extLst>
          </p:cNvPr>
          <p:cNvSpPr txBox="1"/>
          <p:nvPr/>
        </p:nvSpPr>
        <p:spPr>
          <a:xfrm>
            <a:off x="1355812" y="176038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2T (1x1)SA (1x1)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2817F-ADE7-E500-8953-3A9E516A6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33" y="2225994"/>
            <a:ext cx="3520141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FCCE05-FD8F-6218-EFCD-65AF570AD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23" y="2225994"/>
            <a:ext cx="3466354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566F83-11DD-83D7-8EC4-8E16115A2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726" y="2225994"/>
            <a:ext cx="3466354" cy="2743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87D7E2-B567-9414-684E-82009E966D02}"/>
              </a:ext>
            </a:extLst>
          </p:cNvPr>
          <p:cNvSpPr txBox="1"/>
          <p:nvPr/>
        </p:nvSpPr>
        <p:spPr>
          <a:xfrm>
            <a:off x="5090398" y="176038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4T (1x1)SA (2x1)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1048E4-3F6D-6673-E0EF-C381CA74C990}"/>
              </a:ext>
            </a:extLst>
          </p:cNvPr>
          <p:cNvSpPr txBox="1"/>
          <p:nvPr/>
        </p:nvSpPr>
        <p:spPr>
          <a:xfrm>
            <a:off x="8938106" y="176038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8T (1x1)SA (2x2)</a:t>
            </a:r>
          </a:p>
        </p:txBody>
      </p:sp>
    </p:spTree>
    <p:extLst>
      <p:ext uri="{BB962C8B-B14F-4D97-AF65-F5344CB8AC3E}">
        <p14:creationId xmlns:p14="http://schemas.microsoft.com/office/powerpoint/2010/main" val="3938754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EFC91-4D36-7CC3-22D6-67632E03F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535ECBD-FB99-037F-0783-ED05EF57D0E7}"/>
              </a:ext>
            </a:extLst>
          </p:cNvPr>
          <p:cNvSpPr txBox="1"/>
          <p:nvPr/>
        </p:nvSpPr>
        <p:spPr>
          <a:xfrm>
            <a:off x="1355812" y="176038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16T (1x1)SA (4x2)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AE246-D660-8CC9-FAB5-F96FB29E4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027" y="2225994"/>
            <a:ext cx="3466353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1B0767-17F2-563D-19A3-F3759E76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2823" y="2235388"/>
            <a:ext cx="3466354" cy="27244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73F2C6-7393-DCBB-2FB6-9F4F2F857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3726" y="2235388"/>
            <a:ext cx="3466354" cy="27244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D074B4-34B4-8E91-FA41-981A354806F7}"/>
              </a:ext>
            </a:extLst>
          </p:cNvPr>
          <p:cNvSpPr txBox="1"/>
          <p:nvPr/>
        </p:nvSpPr>
        <p:spPr>
          <a:xfrm>
            <a:off x="5090398" y="176038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32T (1x1)SA (4x4)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049A12-FC06-3690-435A-79EFEA327408}"/>
              </a:ext>
            </a:extLst>
          </p:cNvPr>
          <p:cNvSpPr txBox="1"/>
          <p:nvPr/>
        </p:nvSpPr>
        <p:spPr>
          <a:xfrm>
            <a:off x="8938106" y="176038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64T (1x1)SA (8x4)</a:t>
            </a:r>
          </a:p>
        </p:txBody>
      </p:sp>
    </p:spTree>
    <p:extLst>
      <p:ext uri="{BB962C8B-B14F-4D97-AF65-F5344CB8AC3E}">
        <p14:creationId xmlns:p14="http://schemas.microsoft.com/office/powerpoint/2010/main" val="3731895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BC69B-C4E4-C422-0E5A-CCCD7B5BD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5164692-8567-C5BE-5D99-8CA5AE380D4E}"/>
              </a:ext>
            </a:extLst>
          </p:cNvPr>
          <p:cNvSpPr txBox="1"/>
          <p:nvPr/>
        </p:nvSpPr>
        <p:spPr>
          <a:xfrm>
            <a:off x="1355812" y="1760389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128T (1x1)SA (8x8)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BD2839-8388-BE9E-3CF7-BB0B48D89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027" y="2225994"/>
            <a:ext cx="346635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4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23B2C-C39D-0417-4CFF-E533AB17F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07E322-8C96-E6B7-0008-508C49B6F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133" y="2241926"/>
            <a:ext cx="3520141" cy="2711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9AAF31-9CD1-5816-494E-78BDFA3CD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2823" y="2262640"/>
            <a:ext cx="3466354" cy="26699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17D83-95C9-B22C-CB6D-4DE4E1CCC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3726" y="2262640"/>
            <a:ext cx="3466354" cy="26699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D0088F-1008-9E43-2FFF-D28242EA972A}"/>
              </a:ext>
            </a:extLst>
          </p:cNvPr>
          <p:cNvSpPr txBox="1"/>
          <p:nvPr/>
        </p:nvSpPr>
        <p:spPr>
          <a:xfrm>
            <a:off x="1355812" y="2286000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2T (1x1)SA (1x1)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09176C-5A85-F67C-BE62-3DD3699D987D}"/>
              </a:ext>
            </a:extLst>
          </p:cNvPr>
          <p:cNvSpPr txBox="1"/>
          <p:nvPr/>
        </p:nvSpPr>
        <p:spPr>
          <a:xfrm>
            <a:off x="5090398" y="2286000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4T (1x1)SA (2x1)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D28AAD-9C7A-9071-16E8-CF6CC6B350AC}"/>
              </a:ext>
            </a:extLst>
          </p:cNvPr>
          <p:cNvSpPr txBox="1"/>
          <p:nvPr/>
        </p:nvSpPr>
        <p:spPr>
          <a:xfrm>
            <a:off x="8938106" y="2286000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8T (1x1)SA (2x2)</a:t>
            </a:r>
          </a:p>
        </p:txBody>
      </p:sp>
    </p:spTree>
    <p:extLst>
      <p:ext uri="{BB962C8B-B14F-4D97-AF65-F5344CB8AC3E}">
        <p14:creationId xmlns:p14="http://schemas.microsoft.com/office/powerpoint/2010/main" val="302342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CAB1F-D1AE-2371-775A-0AB62F02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1659D-1EB5-FEE8-5DBB-7F05EF9E2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133" y="2241926"/>
            <a:ext cx="3520141" cy="2711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5EA29B-69C5-61C7-3B4A-1BABF45B6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2823" y="2262640"/>
            <a:ext cx="3466354" cy="26699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B8EB65-AF63-FD02-F085-E72AC0EBC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3726" y="2262640"/>
            <a:ext cx="3466354" cy="26699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FE9903-F4E8-63DA-2272-C09C24B794FB}"/>
              </a:ext>
            </a:extLst>
          </p:cNvPr>
          <p:cNvSpPr txBox="1"/>
          <p:nvPr/>
        </p:nvSpPr>
        <p:spPr>
          <a:xfrm>
            <a:off x="1355812" y="2286000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16T (1x1)SA (4x2)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36B84F-1C71-C6F2-9A9B-5736A9A9891F}"/>
              </a:ext>
            </a:extLst>
          </p:cNvPr>
          <p:cNvSpPr txBox="1"/>
          <p:nvPr/>
        </p:nvSpPr>
        <p:spPr>
          <a:xfrm>
            <a:off x="5090398" y="2286000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32T (1x1)SA (4x4)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3AA5A8-BC6E-D2CD-D565-01FCD965E7B4}"/>
              </a:ext>
            </a:extLst>
          </p:cNvPr>
          <p:cNvSpPr txBox="1"/>
          <p:nvPr/>
        </p:nvSpPr>
        <p:spPr>
          <a:xfrm>
            <a:off x="8938106" y="2286000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64T (1x1)SA (8x4)</a:t>
            </a:r>
          </a:p>
        </p:txBody>
      </p:sp>
    </p:spTree>
    <p:extLst>
      <p:ext uri="{BB962C8B-B14F-4D97-AF65-F5344CB8AC3E}">
        <p14:creationId xmlns:p14="http://schemas.microsoft.com/office/powerpoint/2010/main" val="4167871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B15C9-28DD-FAAC-828E-C2E39A39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6E7A8-01A9-2A46-3C76-74EAF794C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133" y="2241926"/>
            <a:ext cx="3520141" cy="27113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9D13A0-E942-9AF3-27DE-17662F5F0F3C}"/>
              </a:ext>
            </a:extLst>
          </p:cNvPr>
          <p:cNvSpPr txBox="1"/>
          <p:nvPr/>
        </p:nvSpPr>
        <p:spPr>
          <a:xfrm>
            <a:off x="1355812" y="2286000"/>
            <a:ext cx="22838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Arial" panose="020B0604020202020204" pitchFamily="34" charset="0"/>
                <a:cs typeface="Arial" panose="020B0604020202020204" pitchFamily="34" charset="0"/>
              </a:rPr>
              <a:t>128T (1x1)SA (8x8)</a:t>
            </a:r>
          </a:p>
        </p:txBody>
      </p:sp>
    </p:spTree>
    <p:extLst>
      <p:ext uri="{BB962C8B-B14F-4D97-AF65-F5344CB8AC3E}">
        <p14:creationId xmlns:p14="http://schemas.microsoft.com/office/powerpoint/2010/main" val="2322452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DB55-13C2-3870-E370-1917FC46C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0F50D7-939D-1068-A2BA-FFC8CF753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8" y="2092637"/>
            <a:ext cx="3771083" cy="3319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C9DABC-D5D0-8F38-5A01-EB9020782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9269" y="2117994"/>
            <a:ext cx="3713462" cy="32684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3554D7-FACC-CD33-FD4B-6CE98DDFA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2859" y="2092637"/>
            <a:ext cx="3713462" cy="32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39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DB32D-433E-4AE1-2A78-5C2A89102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8C014-EA71-557B-EFCA-9EB5D5620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8" y="2092637"/>
            <a:ext cx="3771083" cy="33191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502A17-2C57-C672-1B38-82F4C48CB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9269" y="2117994"/>
            <a:ext cx="3713462" cy="32684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B424CF-618F-CF6A-2C8F-65599EAD7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2859" y="2092637"/>
            <a:ext cx="3713462" cy="326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15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098E7-E64F-D05A-2D64-E5819376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E75852-30D0-00F7-1AAD-332D21B0E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8" y="2092637"/>
            <a:ext cx="3771083" cy="331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6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112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15</cp:revision>
  <dcterms:created xsi:type="dcterms:W3CDTF">2026-05-28T03:25:10Z</dcterms:created>
  <dcterms:modified xsi:type="dcterms:W3CDTF">2026-06-16T02:19:45Z</dcterms:modified>
</cp:coreProperties>
</file>